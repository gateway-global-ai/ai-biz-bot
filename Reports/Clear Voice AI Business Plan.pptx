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embeddedFontLst>
    <p:embeddedFont>
      <p:font typeface="Quattrocento Sans" charset="-122" pitchFamily="34"/>
      <p:regular r:id="rId29"/>
    </p:embeddedFont>
    <p:embeddedFont>
      <p:font typeface="Noto Sans SC" charset="-122" pitchFamily="34"/>
      <p:regular r:id="rId30"/>
    </p:embeddedFont>
    <p:embeddedFont>
      <p:font typeface="Hedvig Letters Sans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3-08-07:21:31-d6mb5uv60ra04drdnu8g.png">    </p:cNvPr>
          <p:cNvPicPr>
            <a:picLocks noChangeAspect="1"/>
          </p:cNvPicPr>
          <p:nvPr/>
        </p:nvPicPr>
        <p:blipFill>
          <a:blip r:embed="rId1">
            <a:alphaModFix amt="31000"/>
          </a:blip>
          <a:stretch>
            <a:fillRect/>
          </a:stretch>
        </p:blipFill>
        <p:spPr>
          <a:xfrm>
            <a:off x="3086546" y="-2740379"/>
            <a:ext cx="12200894" cy="122008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894" y="0"/>
            <a:ext cx="5236548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8894" y="0"/>
            <a:ext cx="5236548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746594" y="63436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6" name="Shape 3"/>
          <p:cNvSpPr/>
          <p:nvPr/>
        </p:nvSpPr>
        <p:spPr>
          <a:xfrm>
            <a:off x="423863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71438"/>
                </a:moveTo>
                <a:lnTo>
                  <a:pt x="57150" y="71438"/>
                </a:lnTo>
                <a:lnTo>
                  <a:pt x="57150" y="42863"/>
                </a:lnTo>
                <a:lnTo>
                  <a:pt x="28575" y="42863"/>
                </a:lnTo>
                <a:lnTo>
                  <a:pt x="28575" y="71438"/>
                </a:lnTo>
                <a:close/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78581"/>
                </a:lnTo>
                <a:cubicBezTo>
                  <a:pt x="85725" y="90413"/>
                  <a:pt x="76126" y="100013"/>
                  <a:pt x="64294" y="100013"/>
                </a:cubicBez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  <a:moveTo>
                  <a:pt x="28575" y="185738"/>
                </a:moveTo>
                <a:lnTo>
                  <a:pt x="57150" y="185738"/>
                </a:lnTo>
                <a:lnTo>
                  <a:pt x="57150" y="157163"/>
                </a:lnTo>
                <a:lnTo>
                  <a:pt x="28575" y="157163"/>
                </a:lnTo>
                <a:lnTo>
                  <a:pt x="28575" y="185738"/>
                </a:lnTo>
                <a:close/>
                <a:moveTo>
                  <a:pt x="0" y="150019"/>
                </a:moveTo>
                <a:cubicBezTo>
                  <a:pt x="0" y="138187"/>
                  <a:pt x="9599" y="128588"/>
                  <a:pt x="21431" y="128588"/>
                </a:cubicBezTo>
                <a:lnTo>
                  <a:pt x="64294" y="128588"/>
                </a:lnTo>
                <a:cubicBezTo>
                  <a:pt x="76126" y="128588"/>
                  <a:pt x="85725" y="138187"/>
                  <a:pt x="85725" y="150019"/>
                </a:cubicBezTo>
                <a:lnTo>
                  <a:pt x="85725" y="192881"/>
                </a:lnTo>
                <a:cubicBezTo>
                  <a:pt x="85725" y="204713"/>
                  <a:pt x="76126" y="214313"/>
                  <a:pt x="64294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150019"/>
                </a:lnTo>
                <a:close/>
                <a:moveTo>
                  <a:pt x="142875" y="42863"/>
                </a:moveTo>
                <a:lnTo>
                  <a:pt x="142875" y="71438"/>
                </a:lnTo>
                <a:lnTo>
                  <a:pt x="171450" y="71438"/>
                </a:lnTo>
                <a:lnTo>
                  <a:pt x="171450" y="42863"/>
                </a:lnTo>
                <a:lnTo>
                  <a:pt x="142875" y="42863"/>
                </a:lnTo>
                <a:close/>
                <a:moveTo>
                  <a:pt x="135731" y="14288"/>
                </a:moveTo>
                <a:lnTo>
                  <a:pt x="178594" y="14288"/>
                </a:lnTo>
                <a:cubicBezTo>
                  <a:pt x="190426" y="14288"/>
                  <a:pt x="200025" y="23887"/>
                  <a:pt x="200025" y="35719"/>
                </a:cubicBezTo>
                <a:lnTo>
                  <a:pt x="200025" y="78581"/>
                </a:lnTo>
                <a:cubicBezTo>
                  <a:pt x="200025" y="90413"/>
                  <a:pt x="190426" y="100013"/>
                  <a:pt x="178594" y="100013"/>
                </a:cubicBezTo>
                <a:lnTo>
                  <a:pt x="135731" y="100013"/>
                </a:lnTo>
                <a:cubicBezTo>
                  <a:pt x="123899" y="100013"/>
                  <a:pt x="114300" y="90413"/>
                  <a:pt x="114300" y="78581"/>
                </a:cubicBezTo>
                <a:lnTo>
                  <a:pt x="114300" y="35719"/>
                </a:lnTo>
                <a:cubicBezTo>
                  <a:pt x="114300" y="23887"/>
                  <a:pt x="123899" y="14288"/>
                  <a:pt x="135731" y="14288"/>
                </a:cubicBezTo>
                <a:close/>
                <a:moveTo>
                  <a:pt x="128588" y="157163"/>
                </a:moveTo>
                <a:cubicBezTo>
                  <a:pt x="120702" y="157163"/>
                  <a:pt x="114300" y="150760"/>
                  <a:pt x="114300" y="142875"/>
                </a:cubicBezTo>
                <a:cubicBezTo>
                  <a:pt x="114300" y="134990"/>
                  <a:pt x="120702" y="128588"/>
                  <a:pt x="128588" y="128588"/>
                </a:cubicBezTo>
                <a:cubicBezTo>
                  <a:pt x="136473" y="128588"/>
                  <a:pt x="142875" y="134990"/>
                  <a:pt x="142875" y="142875"/>
                </a:cubicBezTo>
                <a:cubicBezTo>
                  <a:pt x="142875" y="150760"/>
                  <a:pt x="136473" y="157163"/>
                  <a:pt x="128588" y="157163"/>
                </a:cubicBezTo>
                <a:close/>
                <a:moveTo>
                  <a:pt x="128588" y="185738"/>
                </a:moveTo>
                <a:cubicBezTo>
                  <a:pt x="136490" y="185738"/>
                  <a:pt x="142875" y="192122"/>
                  <a:pt x="142875" y="200025"/>
                </a:cubicBezTo>
                <a:cubicBezTo>
                  <a:pt x="142875" y="207928"/>
                  <a:pt x="136490" y="214313"/>
                  <a:pt x="128588" y="214313"/>
                </a:cubicBezTo>
                <a:cubicBezTo>
                  <a:pt x="120685" y="214313"/>
                  <a:pt x="114300" y="207928"/>
                  <a:pt x="114300" y="200025"/>
                </a:cubicBezTo>
                <a:cubicBezTo>
                  <a:pt x="114300" y="192122"/>
                  <a:pt x="120685" y="185738"/>
                  <a:pt x="128588" y="185738"/>
                </a:cubicBezTo>
                <a:close/>
                <a:moveTo>
                  <a:pt x="171450" y="200025"/>
                </a:moveTo>
                <a:cubicBezTo>
                  <a:pt x="171450" y="192122"/>
                  <a:pt x="177835" y="185738"/>
                  <a:pt x="185738" y="185738"/>
                </a:cubicBezTo>
                <a:cubicBezTo>
                  <a:pt x="193640" y="185738"/>
                  <a:pt x="200025" y="192122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cubicBezTo>
                  <a:pt x="177835" y="214313"/>
                  <a:pt x="171450" y="207928"/>
                  <a:pt x="171450" y="200025"/>
                </a:cubicBezTo>
                <a:close/>
                <a:moveTo>
                  <a:pt x="185738" y="157163"/>
                </a:moveTo>
                <a:cubicBezTo>
                  <a:pt x="177852" y="157163"/>
                  <a:pt x="171450" y="150760"/>
                  <a:pt x="171450" y="142875"/>
                </a:cubicBezTo>
                <a:cubicBezTo>
                  <a:pt x="171450" y="134990"/>
                  <a:pt x="177852" y="128588"/>
                  <a:pt x="185738" y="128588"/>
                </a:cubicBezTo>
                <a:cubicBezTo>
                  <a:pt x="193623" y="128588"/>
                  <a:pt x="200025" y="134990"/>
                  <a:pt x="200025" y="142875"/>
                </a:cubicBezTo>
                <a:cubicBezTo>
                  <a:pt x="200025" y="150760"/>
                  <a:pt x="193623" y="157163"/>
                  <a:pt x="185738" y="157163"/>
                </a:cubicBezTo>
                <a:close/>
                <a:moveTo>
                  <a:pt x="171450" y="171450"/>
                </a:move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ubicBezTo>
                  <a:pt x="165048" y="157163"/>
                  <a:pt x="171450" y="163565"/>
                  <a:pt x="171450" y="17145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7" name="Text 4"/>
          <p:cNvSpPr/>
          <p:nvPr/>
        </p:nvSpPr>
        <p:spPr>
          <a:xfrm>
            <a:off x="781050" y="62103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00473" y="62293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9" name="Shape 6"/>
          <p:cNvSpPr/>
          <p:nvPr/>
        </p:nvSpPr>
        <p:spPr>
          <a:xfrm>
            <a:off x="1695748" y="6229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7"/>
          <p:cNvSpPr/>
          <p:nvPr/>
        </p:nvSpPr>
        <p:spPr>
          <a:xfrm>
            <a:off x="2038648" y="621030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91246" y="62293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946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3" name="Text 10"/>
          <p:cNvSpPr/>
          <p:nvPr/>
        </p:nvSpPr>
        <p:spPr>
          <a:xfrm>
            <a:off x="3229421" y="621030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76768" y="586244"/>
            <a:ext cx="2149506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6926" y="5434902"/>
            <a:ext cx="3664908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 PLAN SUMMARY</a:t>
            </a:r>
            <a:endParaRPr lang="en-US" sz="1600" dirty="0"/>
          </a:p>
        </p:txBody>
      </p:sp>
      <p:pic>
        <p:nvPicPr>
          <p:cNvPr id="16" name="Image 1" descr="https://kimi-img.moonshot.cn/pub/slides/26-03-08-07:36:02-d6mbcohl51jeti2msg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9" y="-628650"/>
            <a:ext cx="5301234" cy="6858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2260023" y="4343400"/>
            <a:ext cx="3233304" cy="4183414"/>
          </a:xfrm>
          <a:prstGeom prst="rect">
            <a:avLst/>
          </a:prstGeom>
        </p:spPr>
      </p:pic>
      <p:pic>
        <p:nvPicPr>
          <p:cNvPr id="4" name="Image 1" descr="https://kimi-img.moonshot.cn/pub/slides/26-03-08-07:21:31-d6mb5uv60ra04drdnu8g.png">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0635" r="0" t="0" b="0"/>
          <a:stretch/>
        </p:blipFill>
        <p:spPr>
          <a:xfrm>
            <a:off x="7480451" y="-3128647"/>
            <a:ext cx="9664476" cy="1220089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81000" y="381000"/>
            <a:ext cx="1247775" cy="304800"/>
          </a:xfrm>
          <a:custGeom>
            <a:avLst/>
            <a:gdLst/>
            <a:ahLst/>
            <a:cxnLst/>
            <a:rect l="l" t="t" r="r" b="b"/>
            <a:pathLst>
              <a:path w="1247775" h="304800">
                <a:moveTo>
                  <a:pt x="152400" y="0"/>
                </a:moveTo>
                <a:lnTo>
                  <a:pt x="1095375" y="0"/>
                </a:lnTo>
                <a:cubicBezTo>
                  <a:pt x="1179487" y="0"/>
                  <a:pt x="1247775" y="68288"/>
                  <a:pt x="1247775" y="152400"/>
                </a:cubicBezTo>
                <a:lnTo>
                  <a:pt x="1247775" y="152400"/>
                </a:lnTo>
                <a:cubicBezTo>
                  <a:pt x="1247775" y="236512"/>
                  <a:pt x="1179487" y="304800"/>
                  <a:pt x="1095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33400" y="447675"/>
            <a:ext cx="1016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81000" y="800100"/>
            <a:ext cx="7200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New Way to Connect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00050" y="1600200"/>
            <a:ext cx="6953250" cy="1219200"/>
          </a:xfrm>
          <a:custGeom>
            <a:avLst/>
            <a:gdLst/>
            <a:ahLst/>
            <a:cxnLst/>
            <a:rect l="l" t="t" r="r" b="b"/>
            <a:pathLst>
              <a:path w="6953250" h="1219200">
                <a:moveTo>
                  <a:pt x="0" y="0"/>
                </a:moveTo>
                <a:lnTo>
                  <a:pt x="6877050" y="0"/>
                </a:lnTo>
                <a:cubicBezTo>
                  <a:pt x="6919106" y="0"/>
                  <a:pt x="6953250" y="34144"/>
                  <a:pt x="6953250" y="76200"/>
                </a:cubicBezTo>
                <a:lnTo>
                  <a:pt x="6953250" y="1143000"/>
                </a:lnTo>
                <a:cubicBezTo>
                  <a:pt x="6953250" y="1185056"/>
                  <a:pt x="6919106" y="1219200"/>
                  <a:pt x="68770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400050" y="16002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Shape 6"/>
          <p:cNvSpPr/>
          <p:nvPr/>
        </p:nvSpPr>
        <p:spPr>
          <a:xfrm>
            <a:off x="609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66763" y="1924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2" name="Text 8"/>
          <p:cNvSpPr/>
          <p:nvPr/>
        </p:nvSpPr>
        <p:spPr>
          <a:xfrm>
            <a:off x="1219200" y="17907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Any QR Code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19200" y="21336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scan a QR code on any storefront and instantly open a web-based voice interface. No app installation required.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00050" y="2971800"/>
            <a:ext cx="6953250" cy="1219200"/>
          </a:xfrm>
          <a:custGeom>
            <a:avLst/>
            <a:gdLst/>
            <a:ahLst/>
            <a:cxnLst/>
            <a:rect l="l" t="t" r="r" b="b"/>
            <a:pathLst>
              <a:path w="6953250" h="1219200">
                <a:moveTo>
                  <a:pt x="0" y="0"/>
                </a:moveTo>
                <a:lnTo>
                  <a:pt x="6877050" y="0"/>
                </a:lnTo>
                <a:cubicBezTo>
                  <a:pt x="6919106" y="0"/>
                  <a:pt x="6953250" y="34144"/>
                  <a:pt x="6953250" y="76200"/>
                </a:cubicBezTo>
                <a:lnTo>
                  <a:pt x="6953250" y="1143000"/>
                </a:lnTo>
                <a:cubicBezTo>
                  <a:pt x="6953250" y="1185056"/>
                  <a:pt x="6919106" y="1219200"/>
                  <a:pt x="68770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00050" y="2971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6" name="Shape 12"/>
          <p:cNvSpPr/>
          <p:nvPr/>
        </p:nvSpPr>
        <p:spPr>
          <a:xfrm>
            <a:off x="609600" y="3162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31044" y="3295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4"/>
          <p:cNvSpPr/>
          <p:nvPr/>
        </p:nvSpPr>
        <p:spPr>
          <a:xfrm>
            <a:off x="1219200" y="31623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Talk to Business AI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219200" y="35052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voice interface connects directly to an AI agent powered by verified business data and customer reviews.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00050" y="4343400"/>
            <a:ext cx="6953250" cy="1219200"/>
          </a:xfrm>
          <a:custGeom>
            <a:avLst/>
            <a:gdLst/>
            <a:ahLst/>
            <a:cxnLst/>
            <a:rect l="l" t="t" r="r" b="b"/>
            <a:pathLst>
              <a:path w="6953250" h="1219200">
                <a:moveTo>
                  <a:pt x="0" y="0"/>
                </a:moveTo>
                <a:lnTo>
                  <a:pt x="6877050" y="0"/>
                </a:lnTo>
                <a:cubicBezTo>
                  <a:pt x="6919106" y="0"/>
                  <a:pt x="6953250" y="34144"/>
                  <a:pt x="6953250" y="76200"/>
                </a:cubicBezTo>
                <a:lnTo>
                  <a:pt x="6953250" y="1143000"/>
                </a:lnTo>
                <a:cubicBezTo>
                  <a:pt x="6953250" y="1185056"/>
                  <a:pt x="6919106" y="1219200"/>
                  <a:pt x="68770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00050" y="4343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Shape 18"/>
          <p:cNvSpPr/>
          <p:nvPr/>
        </p:nvSpPr>
        <p:spPr>
          <a:xfrm>
            <a:off x="609600" y="4533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754856" y="4667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4" name="Text 20"/>
          <p:cNvSpPr/>
          <p:nvPr/>
        </p:nvSpPr>
        <p:spPr>
          <a:xfrm>
            <a:off x="1219200" y="4533900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Transactions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219200" y="48768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answers, book appointments, and complete transactions—all through natural voice conversation.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124825" y="3443288"/>
            <a:ext cx="3371850" cy="9525"/>
          </a:xfrm>
          <a:custGeom>
            <a:avLst/>
            <a:gdLst/>
            <a:ahLst/>
            <a:cxnLst/>
            <a:rect l="l" t="t" r="r" b="b"/>
            <a:pathLst>
              <a:path w="3371850" h="9525">
                <a:moveTo>
                  <a:pt x="0" y="0"/>
                </a:moveTo>
                <a:lnTo>
                  <a:pt x="3371850" y="0"/>
                </a:lnTo>
                <a:lnTo>
                  <a:pt x="3371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1495425" cy="304800"/>
          </a:xfrm>
          <a:custGeom>
            <a:avLst/>
            <a:gdLst/>
            <a:ahLst/>
            <a:cxnLst/>
            <a:rect l="l" t="t" r="r" b="b"/>
            <a:pathLst>
              <a:path w="1495425" h="304800">
                <a:moveTo>
                  <a:pt x="152400" y="0"/>
                </a:moveTo>
                <a:lnTo>
                  <a:pt x="1343025" y="0"/>
                </a:lnTo>
                <a:cubicBezTo>
                  <a:pt x="1427137" y="0"/>
                  <a:pt x="1495425" y="68288"/>
                  <a:pt x="1495425" y="152400"/>
                </a:cubicBezTo>
                <a:lnTo>
                  <a:pt x="1495425" y="152400"/>
                </a:lnTo>
                <a:cubicBezTo>
                  <a:pt x="1495425" y="236512"/>
                  <a:pt x="1427137" y="304800"/>
                  <a:pt x="13430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2692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Traditional Communication is Broken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systems are fundamentally incompatible with modern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95463"/>
            <a:ext cx="5591175" cy="2219325"/>
          </a:xfrm>
          <a:custGeom>
            <a:avLst/>
            <a:gdLst/>
            <a:ahLst/>
            <a:cxnLst/>
            <a:rect l="l" t="t" r="r" b="b"/>
            <a:pathLst>
              <a:path w="5591175" h="2219325">
                <a:moveTo>
                  <a:pt x="114295" y="0"/>
                </a:moveTo>
                <a:lnTo>
                  <a:pt x="5476880" y="0"/>
                </a:lnTo>
                <a:cubicBezTo>
                  <a:pt x="5540003" y="0"/>
                  <a:pt x="5591175" y="51172"/>
                  <a:pt x="5591175" y="114295"/>
                </a:cubicBezTo>
                <a:lnTo>
                  <a:pt x="5591175" y="2105030"/>
                </a:lnTo>
                <a:cubicBezTo>
                  <a:pt x="5591175" y="2168153"/>
                  <a:pt x="5540003" y="2219325"/>
                  <a:pt x="54768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1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9138" y="2143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8869" y="-11117"/>
                </a:moveTo>
                <a:cubicBezTo>
                  <a:pt x="243066" y="-15314"/>
                  <a:pt x="249853" y="-15314"/>
                  <a:pt x="254005" y="-11117"/>
                </a:cubicBezTo>
                <a:cubicBezTo>
                  <a:pt x="258157" y="-6921"/>
                  <a:pt x="258202" y="-134"/>
                  <a:pt x="254005" y="4018"/>
                </a:cubicBezTo>
                <a:lnTo>
                  <a:pt x="18306" y="239807"/>
                </a:lnTo>
                <a:cubicBezTo>
                  <a:pt x="14109" y="244004"/>
                  <a:pt x="7322" y="244004"/>
                  <a:pt x="3170" y="239807"/>
                </a:cubicBezTo>
                <a:cubicBezTo>
                  <a:pt x="-982" y="235610"/>
                  <a:pt x="-1027" y="228823"/>
                  <a:pt x="3170" y="224671"/>
                </a:cubicBezTo>
                <a:lnTo>
                  <a:pt x="63178" y="164574"/>
                </a:lnTo>
                <a:cubicBezTo>
                  <a:pt x="39826" y="138633"/>
                  <a:pt x="23039" y="106620"/>
                  <a:pt x="15538" y="71170"/>
                </a:cubicBezTo>
                <a:cubicBezTo>
                  <a:pt x="8349" y="37103"/>
                  <a:pt x="32995" y="9198"/>
                  <a:pt x="61838" y="1295"/>
                </a:cubicBezTo>
                <a:lnTo>
                  <a:pt x="64294" y="625"/>
                </a:lnTo>
                <a:cubicBezTo>
                  <a:pt x="73089" y="-1786"/>
                  <a:pt x="82287" y="2724"/>
                  <a:pt x="85770" y="11117"/>
                </a:cubicBezTo>
                <a:lnTo>
                  <a:pt x="103852" y="54560"/>
                </a:lnTo>
                <a:cubicBezTo>
                  <a:pt x="106933" y="61927"/>
                  <a:pt x="104790" y="70455"/>
                  <a:pt x="98584" y="75545"/>
                </a:cubicBezTo>
                <a:lnTo>
                  <a:pt x="78894" y="91663"/>
                </a:lnTo>
                <a:cubicBezTo>
                  <a:pt x="84653" y="104388"/>
                  <a:pt x="92110" y="116131"/>
                  <a:pt x="100995" y="126712"/>
                </a:cubicBezTo>
                <a:lnTo>
                  <a:pt x="238869" y="-11117"/>
                </a:lnTo>
                <a:close/>
                <a:moveTo>
                  <a:pt x="171718" y="227305"/>
                </a:moveTo>
                <a:cubicBezTo>
                  <a:pt x="143589" y="221322"/>
                  <a:pt x="117559" y="209535"/>
                  <a:pt x="95057" y="193238"/>
                </a:cubicBezTo>
                <a:lnTo>
                  <a:pt x="132963" y="155377"/>
                </a:lnTo>
                <a:cubicBezTo>
                  <a:pt x="138410" y="159038"/>
                  <a:pt x="144125" y="162342"/>
                  <a:pt x="150063" y="165289"/>
                </a:cubicBezTo>
                <a:lnTo>
                  <a:pt x="167298" y="144214"/>
                </a:lnTo>
                <a:cubicBezTo>
                  <a:pt x="172343" y="138008"/>
                  <a:pt x="180871" y="135910"/>
                  <a:pt x="188282" y="138946"/>
                </a:cubicBezTo>
                <a:lnTo>
                  <a:pt x="231725" y="157073"/>
                </a:lnTo>
                <a:cubicBezTo>
                  <a:pt x="240119" y="160556"/>
                  <a:pt x="244629" y="169753"/>
                  <a:pt x="242218" y="178549"/>
                </a:cubicBezTo>
                <a:lnTo>
                  <a:pt x="241548" y="181005"/>
                </a:lnTo>
                <a:cubicBezTo>
                  <a:pt x="233690" y="209848"/>
                  <a:pt x="205740" y="234494"/>
                  <a:pt x="171718" y="22730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" y="2105025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Telephony Audio Issues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817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923925" y="2638425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Narrowband codecs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compress speech heavily, degrading AI transcription accuracy by up to 50%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817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923925" y="3209925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SIP trunk latency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introduces delays and turn negotiation problems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3590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923925" y="3552825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noise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full-duplex calls ruins speech recognition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5063" y="1795463"/>
            <a:ext cx="5591175" cy="2219325"/>
          </a:xfrm>
          <a:custGeom>
            <a:avLst/>
            <a:gdLst/>
            <a:ahLst/>
            <a:cxnLst/>
            <a:rect l="l" t="t" r="r" b="b"/>
            <a:pathLst>
              <a:path w="5591175" h="2219325">
                <a:moveTo>
                  <a:pt x="114295" y="0"/>
                </a:moveTo>
                <a:lnTo>
                  <a:pt x="5476880" y="0"/>
                </a:lnTo>
                <a:cubicBezTo>
                  <a:pt x="5540003" y="0"/>
                  <a:pt x="5591175" y="51172"/>
                  <a:pt x="5591175" y="114295"/>
                </a:cubicBezTo>
                <a:lnTo>
                  <a:pt x="5591175" y="2105030"/>
                </a:lnTo>
                <a:cubicBezTo>
                  <a:pt x="5591175" y="2168153"/>
                  <a:pt x="5540003" y="2219325"/>
                  <a:pt x="54768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84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05588" y="214312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0" name="Text 18"/>
          <p:cNvSpPr/>
          <p:nvPr/>
        </p:nvSpPr>
        <p:spPr>
          <a:xfrm>
            <a:off x="7019925" y="2105025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&amp; Experience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6747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2" name="Text 20"/>
          <p:cNvSpPr/>
          <p:nvPr/>
        </p:nvSpPr>
        <p:spPr>
          <a:xfrm>
            <a:off x="6753225" y="2638425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Expensive infrastructure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per-minute carrier fees and toll charges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7475" y="3019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4" name="Text 22"/>
          <p:cNvSpPr/>
          <p:nvPr/>
        </p:nvSpPr>
        <p:spPr>
          <a:xfrm>
            <a:off x="6753225" y="2981325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trees &amp; hold times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frustrate customers and lose business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67475" y="3362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6" name="Text 24"/>
          <p:cNvSpPr/>
          <p:nvPr/>
        </p:nvSpPr>
        <p:spPr>
          <a:xfrm>
            <a:off x="6753225" y="3324225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complexity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maintaining PBX systems and multiple vendors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171950"/>
            <a:ext cx="11410950" cy="1400175"/>
          </a:xfrm>
          <a:custGeom>
            <a:avLst/>
            <a:gdLst/>
            <a:ahLst/>
            <a:cxnLst/>
            <a:rect l="l" t="t" r="r" b="b"/>
            <a:pathLst>
              <a:path w="11410950" h="1400175">
                <a:moveTo>
                  <a:pt x="38100" y="0"/>
                </a:moveTo>
                <a:lnTo>
                  <a:pt x="11296654" y="0"/>
                </a:lnTo>
                <a:cubicBezTo>
                  <a:pt x="11359736" y="0"/>
                  <a:pt x="11410950" y="51214"/>
                  <a:pt x="11410950" y="114296"/>
                </a:cubicBezTo>
                <a:lnTo>
                  <a:pt x="11410950" y="1285879"/>
                </a:lnTo>
                <a:cubicBezTo>
                  <a:pt x="11410950" y="1348961"/>
                  <a:pt x="11359736" y="1400175"/>
                  <a:pt x="11296654" y="1400175"/>
                </a:cubicBez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400050" y="4171950"/>
            <a:ext cx="38100" cy="1400175"/>
          </a:xfrm>
          <a:custGeom>
            <a:avLst/>
            <a:gdLst/>
            <a:ahLst/>
            <a:cxnLst/>
            <a:rect l="l" t="t" r="r" b="b"/>
            <a:pathLst>
              <a:path w="38100" h="1400175">
                <a:moveTo>
                  <a:pt x="38100" y="0"/>
                </a:moveTo>
                <a:lnTo>
                  <a:pt x="38100" y="0"/>
                </a:lnTo>
                <a:lnTo>
                  <a:pt x="38100" y="1400175"/>
                </a:ln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700" y="448865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0113" y="4698206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1638300" y="4400550"/>
            <a:ext cx="1005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Insight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38300" y="4781550"/>
            <a:ext cx="100298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AI needs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architecture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—one that bypasses the entire traditional telecom stack. The solution isn't better phone systems; it's eliminating phone numbers entirely.</a:t>
            </a:r>
            <a:endParaRPr lang="en-US" sz="1600" dirty="0"/>
          </a:p>
        </p:txBody>
      </p:sp>
      <p:pic>
        <p:nvPicPr>
          <p:cNvPr id="33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721" y="5413182"/>
            <a:ext cx="1771529" cy="229209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2085975" cy="304800"/>
          </a:xfrm>
          <a:custGeom>
            <a:avLst/>
            <a:gdLst/>
            <a:ahLst/>
            <a:cxnLst/>
            <a:rect l="l" t="t" r="r" b="b"/>
            <a:pathLst>
              <a:path w="2085975" h="304800">
                <a:moveTo>
                  <a:pt x="152400" y="0"/>
                </a:moveTo>
                <a:lnTo>
                  <a:pt x="1933575" y="0"/>
                </a:lnTo>
                <a:cubicBezTo>
                  <a:pt x="2017687" y="0"/>
                  <a:pt x="2085975" y="68288"/>
                  <a:pt x="2085975" y="152400"/>
                </a:cubicBezTo>
                <a:lnTo>
                  <a:pt x="2085975" y="152400"/>
                </a:lnTo>
                <a:cubicBezTo>
                  <a:pt x="2085975" y="236512"/>
                  <a:pt x="2017687" y="304800"/>
                  <a:pt x="19335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8576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BREAKTHROUGH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6286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QR-Based Voice AI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"Shadow Network" bypasses traditional telephony entirely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6105525" cy="4705350"/>
          </a:xfrm>
          <a:custGeom>
            <a:avLst/>
            <a:gdLst/>
            <a:ahLst/>
            <a:cxnLst/>
            <a:rect l="l" t="t" r="r" b="b"/>
            <a:pathLst>
              <a:path w="6105525" h="4705350">
                <a:moveTo>
                  <a:pt x="114293" y="0"/>
                </a:moveTo>
                <a:lnTo>
                  <a:pt x="5991232" y="0"/>
                </a:lnTo>
                <a:cubicBezTo>
                  <a:pt x="6054354" y="0"/>
                  <a:pt x="6105525" y="51171"/>
                  <a:pt x="6105525" y="114293"/>
                </a:cubicBezTo>
                <a:lnTo>
                  <a:pt x="6105525" y="4591057"/>
                </a:lnTo>
                <a:cubicBezTo>
                  <a:pt x="6105525" y="4654179"/>
                  <a:pt x="6054354" y="4705350"/>
                  <a:pt x="5991232" y="4705350"/>
                </a:cubicBezTo>
                <a:lnTo>
                  <a:pt x="114293" y="4705350"/>
                </a:lnTo>
                <a:cubicBezTo>
                  <a:pt x="51171" y="4705350"/>
                  <a:pt x="0" y="4654179"/>
                  <a:pt x="0" y="45910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125" y="200025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457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785813" y="2609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71438"/>
                </a:moveTo>
                <a:lnTo>
                  <a:pt x="57150" y="71438"/>
                </a:lnTo>
                <a:lnTo>
                  <a:pt x="57150" y="42863"/>
                </a:lnTo>
                <a:lnTo>
                  <a:pt x="28575" y="42863"/>
                </a:lnTo>
                <a:lnTo>
                  <a:pt x="28575" y="71438"/>
                </a:lnTo>
                <a:close/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78581"/>
                </a:lnTo>
                <a:cubicBezTo>
                  <a:pt x="85725" y="90413"/>
                  <a:pt x="76126" y="100013"/>
                  <a:pt x="64294" y="100013"/>
                </a:cubicBez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  <a:moveTo>
                  <a:pt x="28575" y="185738"/>
                </a:moveTo>
                <a:lnTo>
                  <a:pt x="57150" y="185738"/>
                </a:lnTo>
                <a:lnTo>
                  <a:pt x="57150" y="157163"/>
                </a:lnTo>
                <a:lnTo>
                  <a:pt x="28575" y="157163"/>
                </a:lnTo>
                <a:lnTo>
                  <a:pt x="28575" y="185738"/>
                </a:lnTo>
                <a:close/>
                <a:moveTo>
                  <a:pt x="0" y="150019"/>
                </a:moveTo>
                <a:cubicBezTo>
                  <a:pt x="0" y="138187"/>
                  <a:pt x="9599" y="128588"/>
                  <a:pt x="21431" y="128588"/>
                </a:cubicBezTo>
                <a:lnTo>
                  <a:pt x="64294" y="128588"/>
                </a:lnTo>
                <a:cubicBezTo>
                  <a:pt x="76126" y="128588"/>
                  <a:pt x="85725" y="138187"/>
                  <a:pt x="85725" y="150019"/>
                </a:cubicBezTo>
                <a:lnTo>
                  <a:pt x="85725" y="192881"/>
                </a:lnTo>
                <a:cubicBezTo>
                  <a:pt x="85725" y="204713"/>
                  <a:pt x="76126" y="214313"/>
                  <a:pt x="64294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150019"/>
                </a:lnTo>
                <a:close/>
                <a:moveTo>
                  <a:pt x="142875" y="42863"/>
                </a:moveTo>
                <a:lnTo>
                  <a:pt x="142875" y="71438"/>
                </a:lnTo>
                <a:lnTo>
                  <a:pt x="171450" y="71438"/>
                </a:lnTo>
                <a:lnTo>
                  <a:pt x="171450" y="42863"/>
                </a:lnTo>
                <a:lnTo>
                  <a:pt x="142875" y="42863"/>
                </a:lnTo>
                <a:close/>
                <a:moveTo>
                  <a:pt x="135731" y="14288"/>
                </a:moveTo>
                <a:lnTo>
                  <a:pt x="178594" y="14288"/>
                </a:lnTo>
                <a:cubicBezTo>
                  <a:pt x="190426" y="14288"/>
                  <a:pt x="200025" y="23887"/>
                  <a:pt x="200025" y="35719"/>
                </a:cubicBezTo>
                <a:lnTo>
                  <a:pt x="200025" y="78581"/>
                </a:lnTo>
                <a:cubicBezTo>
                  <a:pt x="200025" y="90413"/>
                  <a:pt x="190426" y="100013"/>
                  <a:pt x="178594" y="100013"/>
                </a:cubicBezTo>
                <a:lnTo>
                  <a:pt x="135731" y="100013"/>
                </a:lnTo>
                <a:cubicBezTo>
                  <a:pt x="123899" y="100013"/>
                  <a:pt x="114300" y="90413"/>
                  <a:pt x="114300" y="78581"/>
                </a:cubicBezTo>
                <a:lnTo>
                  <a:pt x="114300" y="35719"/>
                </a:lnTo>
                <a:cubicBezTo>
                  <a:pt x="114300" y="23887"/>
                  <a:pt x="123899" y="14288"/>
                  <a:pt x="135731" y="14288"/>
                </a:cubicBezTo>
                <a:close/>
                <a:moveTo>
                  <a:pt x="128588" y="157163"/>
                </a:moveTo>
                <a:cubicBezTo>
                  <a:pt x="120702" y="157163"/>
                  <a:pt x="114300" y="150760"/>
                  <a:pt x="114300" y="142875"/>
                </a:cubicBezTo>
                <a:cubicBezTo>
                  <a:pt x="114300" y="134990"/>
                  <a:pt x="120702" y="128588"/>
                  <a:pt x="128588" y="128588"/>
                </a:cubicBezTo>
                <a:cubicBezTo>
                  <a:pt x="136473" y="128588"/>
                  <a:pt x="142875" y="134990"/>
                  <a:pt x="142875" y="142875"/>
                </a:cubicBezTo>
                <a:cubicBezTo>
                  <a:pt x="142875" y="150760"/>
                  <a:pt x="136473" y="157163"/>
                  <a:pt x="128588" y="157163"/>
                </a:cubicBezTo>
                <a:close/>
                <a:moveTo>
                  <a:pt x="128588" y="185738"/>
                </a:moveTo>
                <a:cubicBezTo>
                  <a:pt x="136490" y="185738"/>
                  <a:pt x="142875" y="192122"/>
                  <a:pt x="142875" y="200025"/>
                </a:cubicBezTo>
                <a:cubicBezTo>
                  <a:pt x="142875" y="207928"/>
                  <a:pt x="136490" y="214313"/>
                  <a:pt x="128588" y="214313"/>
                </a:cubicBezTo>
                <a:cubicBezTo>
                  <a:pt x="120685" y="214313"/>
                  <a:pt x="114300" y="207928"/>
                  <a:pt x="114300" y="200025"/>
                </a:cubicBezTo>
                <a:cubicBezTo>
                  <a:pt x="114300" y="192122"/>
                  <a:pt x="120685" y="185738"/>
                  <a:pt x="128588" y="185738"/>
                </a:cubicBezTo>
                <a:close/>
                <a:moveTo>
                  <a:pt x="171450" y="200025"/>
                </a:moveTo>
                <a:cubicBezTo>
                  <a:pt x="171450" y="192122"/>
                  <a:pt x="177835" y="185738"/>
                  <a:pt x="185738" y="185738"/>
                </a:cubicBezTo>
                <a:cubicBezTo>
                  <a:pt x="193640" y="185738"/>
                  <a:pt x="200025" y="192122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cubicBezTo>
                  <a:pt x="177835" y="214313"/>
                  <a:pt x="171450" y="207928"/>
                  <a:pt x="171450" y="200025"/>
                </a:cubicBezTo>
                <a:close/>
                <a:moveTo>
                  <a:pt x="185738" y="157163"/>
                </a:moveTo>
                <a:cubicBezTo>
                  <a:pt x="177852" y="157163"/>
                  <a:pt x="171450" y="150760"/>
                  <a:pt x="171450" y="142875"/>
                </a:cubicBezTo>
                <a:cubicBezTo>
                  <a:pt x="171450" y="134990"/>
                  <a:pt x="177852" y="128588"/>
                  <a:pt x="185738" y="128588"/>
                </a:cubicBezTo>
                <a:cubicBezTo>
                  <a:pt x="193623" y="128588"/>
                  <a:pt x="200025" y="134990"/>
                  <a:pt x="200025" y="142875"/>
                </a:cubicBezTo>
                <a:cubicBezTo>
                  <a:pt x="200025" y="150760"/>
                  <a:pt x="193623" y="157163"/>
                  <a:pt x="185738" y="157163"/>
                </a:cubicBezTo>
                <a:close/>
                <a:moveTo>
                  <a:pt x="171450" y="171450"/>
                </a:move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ubicBezTo>
                  <a:pt x="165048" y="157163"/>
                  <a:pt x="171450" y="163565"/>
                  <a:pt x="171450" y="1714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1304925" y="2476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scans QR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04925" y="2743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storefront, menu, or product display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54735" y="3143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125" y="3524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1525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1304925" y="35433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voice interface opens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4925" y="3810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app download—runs in browser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54735" y="4210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125" y="4591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0" name="Shape 18"/>
          <p:cNvSpPr/>
          <p:nvPr/>
        </p:nvSpPr>
        <p:spPr>
          <a:xfrm>
            <a:off x="742950" y="4743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1304925" y="46101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AI connection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4925" y="4876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WebSocket/WebRTC to AI agent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09482" y="385763"/>
            <a:ext cx="5000625" cy="4581525"/>
          </a:xfrm>
          <a:custGeom>
            <a:avLst/>
            <a:gdLst/>
            <a:ahLst/>
            <a:cxnLst/>
            <a:rect l="l" t="t" r="r" b="b"/>
            <a:pathLst>
              <a:path w="5000625" h="4581525">
                <a:moveTo>
                  <a:pt x="114309" y="0"/>
                </a:moveTo>
                <a:lnTo>
                  <a:pt x="4886316" y="0"/>
                </a:lnTo>
                <a:cubicBezTo>
                  <a:pt x="4949447" y="0"/>
                  <a:pt x="5000625" y="51178"/>
                  <a:pt x="5000625" y="114309"/>
                </a:cubicBezTo>
                <a:lnTo>
                  <a:pt x="5000625" y="4467216"/>
                </a:lnTo>
                <a:cubicBezTo>
                  <a:pt x="5000625" y="4530347"/>
                  <a:pt x="4949447" y="4581525"/>
                  <a:pt x="4886316" y="4581525"/>
                </a:cubicBezTo>
                <a:lnTo>
                  <a:pt x="114309" y="4581525"/>
                </a:lnTo>
                <a:cubicBezTo>
                  <a:pt x="51178" y="4581525"/>
                  <a:pt x="0" y="4530347"/>
                  <a:pt x="0" y="446721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2845" y="61912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We Eliminate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2845" y="1133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147620" y="12192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7461945" y="1038225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PSTN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61945" y="130492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Switched Telephone Network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2845" y="1743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47620" y="18288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1" name="Text 29"/>
          <p:cNvSpPr/>
          <p:nvPr/>
        </p:nvSpPr>
        <p:spPr>
          <a:xfrm>
            <a:off x="7461945" y="16478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SIP Trunks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61945" y="19145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Initiation Protocol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42845" y="2352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147620" y="24384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5" name="Text 33"/>
          <p:cNvSpPr/>
          <p:nvPr/>
        </p:nvSpPr>
        <p:spPr>
          <a:xfrm>
            <a:off x="7461945" y="2257425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Negotiation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61945" y="25241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routing &amp; handshakes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42845" y="2962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47620" y="30480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9" name="Text 37"/>
          <p:cNvSpPr/>
          <p:nvPr/>
        </p:nvSpPr>
        <p:spPr>
          <a:xfrm>
            <a:off x="7461945" y="2867025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Numbers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61945" y="3133725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numbering system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09482" y="5124450"/>
            <a:ext cx="5000625" cy="1352550"/>
          </a:xfrm>
          <a:custGeom>
            <a:avLst/>
            <a:gdLst/>
            <a:ahLst/>
            <a:cxnLst/>
            <a:rect l="l" t="t" r="r" b="b"/>
            <a:pathLst>
              <a:path w="5000625" h="1352550">
                <a:moveTo>
                  <a:pt x="114304" y="0"/>
                </a:moveTo>
                <a:lnTo>
                  <a:pt x="4886321" y="0"/>
                </a:lnTo>
                <a:cubicBezTo>
                  <a:pt x="4949449" y="0"/>
                  <a:pt x="5000625" y="51176"/>
                  <a:pt x="5000625" y="114304"/>
                </a:cubicBezTo>
                <a:lnTo>
                  <a:pt x="5000625" y="1238246"/>
                </a:lnTo>
                <a:cubicBezTo>
                  <a:pt x="5000625" y="1301374"/>
                  <a:pt x="4949449" y="1352550"/>
                  <a:pt x="4886321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00B8A9">
              <a:alpha val="10196"/>
            </a:srgbClr>
          </a:soli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2845" y="53197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3" name="Text 41"/>
          <p:cNvSpPr/>
          <p:nvPr/>
        </p:nvSpPr>
        <p:spPr>
          <a:xfrm>
            <a:off x="7476232" y="5329238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Remains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04745" y="5719763"/>
            <a:ext cx="46958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IP voice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—direct, high-fidelity, low-latency communication between customer and AI.</a:t>
            </a:r>
            <a:endParaRPr lang="en-US" sz="1600" dirty="0"/>
          </a:p>
        </p:txBody>
      </p:sp>
      <p:pic>
        <p:nvPicPr>
          <p:cNvPr id="45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91" y="5462588"/>
            <a:ext cx="1492093" cy="193054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7275" y="357275"/>
            <a:ext cx="2188308" cy="285820"/>
          </a:xfrm>
          <a:custGeom>
            <a:avLst/>
            <a:gdLst/>
            <a:ahLst/>
            <a:cxnLst/>
            <a:rect l="l" t="t" r="r" b="b"/>
            <a:pathLst>
              <a:path w="2188308" h="285820">
                <a:moveTo>
                  <a:pt x="142910" y="0"/>
                </a:moveTo>
                <a:lnTo>
                  <a:pt x="2045398" y="0"/>
                </a:lnTo>
                <a:cubicBezTo>
                  <a:pt x="2124325" y="0"/>
                  <a:pt x="2188308" y="63983"/>
                  <a:pt x="2188308" y="142910"/>
                </a:cubicBezTo>
                <a:lnTo>
                  <a:pt x="2188308" y="142910"/>
                </a:lnTo>
                <a:cubicBezTo>
                  <a:pt x="2188308" y="221837"/>
                  <a:pt x="2124325" y="285820"/>
                  <a:pt x="2045398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0185" y="419798"/>
            <a:ext cx="1977711" cy="15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spc="56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ADVANTAGE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7275" y="750277"/>
            <a:ext cx="11691815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6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Voice AI Performs Better Over 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7275" y="1250462"/>
            <a:ext cx="1156676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Dramatic improvements in quality, speed, and reliability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741" y="1683657"/>
            <a:ext cx="3697793" cy="2027534"/>
          </a:xfrm>
          <a:custGeom>
            <a:avLst/>
            <a:gdLst/>
            <a:ahLst/>
            <a:cxnLst/>
            <a:rect l="l" t="t" r="r" b="b"/>
            <a:pathLst>
              <a:path w="3697793" h="2027534">
                <a:moveTo>
                  <a:pt x="107175" y="0"/>
                </a:moveTo>
                <a:lnTo>
                  <a:pt x="3590618" y="0"/>
                </a:lnTo>
                <a:cubicBezTo>
                  <a:pt x="3649809" y="0"/>
                  <a:pt x="3697793" y="47984"/>
                  <a:pt x="3697793" y="107175"/>
                </a:cubicBezTo>
                <a:lnTo>
                  <a:pt x="3697793" y="1920359"/>
                </a:lnTo>
                <a:cubicBezTo>
                  <a:pt x="3697793" y="1979550"/>
                  <a:pt x="3649809" y="2027534"/>
                  <a:pt x="3590618" y="2027534"/>
                </a:cubicBezTo>
                <a:lnTo>
                  <a:pt x="107175" y="2027534"/>
                </a:lnTo>
                <a:cubicBezTo>
                  <a:pt x="47984" y="2027534"/>
                  <a:pt x="0" y="1979550"/>
                  <a:pt x="0" y="1920359"/>
                </a:cubicBezTo>
                <a:lnTo>
                  <a:pt x="0" y="107175"/>
                </a:lnTo>
                <a:cubicBezTo>
                  <a:pt x="0" y="48024"/>
                  <a:pt x="48024" y="0"/>
                  <a:pt x="10717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844" y="1866760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107185" y="0"/>
                </a:moveTo>
                <a:lnTo>
                  <a:pt x="393000" y="0"/>
                </a:lnTo>
                <a:cubicBezTo>
                  <a:pt x="452196" y="0"/>
                  <a:pt x="500185" y="47988"/>
                  <a:pt x="500185" y="107185"/>
                </a:cubicBezTo>
                <a:lnTo>
                  <a:pt x="500185" y="393000"/>
                </a:lnTo>
                <a:cubicBezTo>
                  <a:pt x="500185" y="452196"/>
                  <a:pt x="452196" y="500185"/>
                  <a:pt x="393000" y="500185"/>
                </a:cubicBezTo>
                <a:lnTo>
                  <a:pt x="107185" y="500185"/>
                </a:lnTo>
                <a:cubicBezTo>
                  <a:pt x="47988" y="500185"/>
                  <a:pt x="0" y="452196"/>
                  <a:pt x="0" y="393000"/>
                </a:cubicBezTo>
                <a:lnTo>
                  <a:pt x="0" y="107185"/>
                </a:lnTo>
                <a:cubicBezTo>
                  <a:pt x="0" y="47988"/>
                  <a:pt x="47988" y="0"/>
                  <a:pt x="107185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3191" y="198287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244929" y="3663"/>
                </a:moveTo>
                <a:cubicBezTo>
                  <a:pt x="248906" y="6856"/>
                  <a:pt x="251209" y="11671"/>
                  <a:pt x="251209" y="16747"/>
                </a:cubicBezTo>
                <a:lnTo>
                  <a:pt x="251209" y="175846"/>
                </a:lnTo>
                <a:cubicBezTo>
                  <a:pt x="251209" y="198978"/>
                  <a:pt x="228705" y="217714"/>
                  <a:pt x="200967" y="217714"/>
                </a:cubicBezTo>
                <a:cubicBezTo>
                  <a:pt x="173229" y="217714"/>
                  <a:pt x="150725" y="198978"/>
                  <a:pt x="150725" y="175846"/>
                </a:cubicBezTo>
                <a:cubicBezTo>
                  <a:pt x="150725" y="152714"/>
                  <a:pt x="173229" y="133978"/>
                  <a:pt x="200967" y="133978"/>
                </a:cubicBezTo>
                <a:cubicBezTo>
                  <a:pt x="206829" y="133978"/>
                  <a:pt x="212481" y="134815"/>
                  <a:pt x="217714" y="136385"/>
                </a:cubicBezTo>
                <a:lnTo>
                  <a:pt x="217714" y="75310"/>
                </a:lnTo>
                <a:lnTo>
                  <a:pt x="100484" y="101373"/>
                </a:lnTo>
                <a:lnTo>
                  <a:pt x="100484" y="209341"/>
                </a:lnTo>
                <a:cubicBezTo>
                  <a:pt x="100484" y="232473"/>
                  <a:pt x="77979" y="251209"/>
                  <a:pt x="50242" y="251209"/>
                </a:cubicBezTo>
                <a:cubicBezTo>
                  <a:pt x="22504" y="251209"/>
                  <a:pt x="0" y="232473"/>
                  <a:pt x="0" y="209341"/>
                </a:cubicBezTo>
                <a:cubicBezTo>
                  <a:pt x="0" y="186209"/>
                  <a:pt x="22504" y="167473"/>
                  <a:pt x="50242" y="167473"/>
                </a:cubicBezTo>
                <a:cubicBezTo>
                  <a:pt x="56103" y="167473"/>
                  <a:pt x="61755" y="168310"/>
                  <a:pt x="66989" y="169880"/>
                </a:cubicBezTo>
                <a:lnTo>
                  <a:pt x="66989" y="50242"/>
                </a:lnTo>
                <a:cubicBezTo>
                  <a:pt x="66989" y="42391"/>
                  <a:pt x="72432" y="35588"/>
                  <a:pt x="80125" y="33913"/>
                </a:cubicBezTo>
                <a:lnTo>
                  <a:pt x="230850" y="419"/>
                </a:lnTo>
                <a:cubicBezTo>
                  <a:pt x="235822" y="-680"/>
                  <a:pt x="241003" y="523"/>
                  <a:pt x="244981" y="371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544844" y="2509855"/>
            <a:ext cx="342090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Audio Fidelity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844" y="2831402"/>
            <a:ext cx="3403042" cy="69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Wideband codecs (16-48kHz) vs. narrowband telephony (8kHz). Crystal-clear audio that AI can understand.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8080" y="1683657"/>
            <a:ext cx="3697793" cy="2027534"/>
          </a:xfrm>
          <a:custGeom>
            <a:avLst/>
            <a:gdLst/>
            <a:ahLst/>
            <a:cxnLst/>
            <a:rect l="l" t="t" r="r" b="b"/>
            <a:pathLst>
              <a:path w="3697793" h="2027534">
                <a:moveTo>
                  <a:pt x="107175" y="0"/>
                </a:moveTo>
                <a:lnTo>
                  <a:pt x="3590618" y="0"/>
                </a:lnTo>
                <a:cubicBezTo>
                  <a:pt x="3649809" y="0"/>
                  <a:pt x="3697793" y="47984"/>
                  <a:pt x="3697793" y="107175"/>
                </a:cubicBezTo>
                <a:lnTo>
                  <a:pt x="3697793" y="1920359"/>
                </a:lnTo>
                <a:cubicBezTo>
                  <a:pt x="3697793" y="1979550"/>
                  <a:pt x="3649809" y="2027534"/>
                  <a:pt x="3590618" y="2027534"/>
                </a:cubicBezTo>
                <a:lnTo>
                  <a:pt x="107175" y="2027534"/>
                </a:lnTo>
                <a:cubicBezTo>
                  <a:pt x="47984" y="2027534"/>
                  <a:pt x="0" y="1979550"/>
                  <a:pt x="0" y="1920359"/>
                </a:cubicBezTo>
                <a:lnTo>
                  <a:pt x="0" y="107175"/>
                </a:lnTo>
                <a:cubicBezTo>
                  <a:pt x="0" y="48024"/>
                  <a:pt x="48024" y="0"/>
                  <a:pt x="10717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1184" y="1866760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107185" y="0"/>
                </a:moveTo>
                <a:lnTo>
                  <a:pt x="393000" y="0"/>
                </a:lnTo>
                <a:cubicBezTo>
                  <a:pt x="452196" y="0"/>
                  <a:pt x="500185" y="47988"/>
                  <a:pt x="500185" y="107185"/>
                </a:cubicBezTo>
                <a:lnTo>
                  <a:pt x="500185" y="393000"/>
                </a:lnTo>
                <a:cubicBezTo>
                  <a:pt x="500185" y="452196"/>
                  <a:pt x="452196" y="500185"/>
                  <a:pt x="393000" y="500185"/>
                </a:cubicBezTo>
                <a:lnTo>
                  <a:pt x="107185" y="500185"/>
                </a:lnTo>
                <a:cubicBezTo>
                  <a:pt x="47988" y="500185"/>
                  <a:pt x="0" y="452196"/>
                  <a:pt x="0" y="393000"/>
                </a:cubicBezTo>
                <a:lnTo>
                  <a:pt x="0" y="107185"/>
                </a:lnTo>
                <a:cubicBezTo>
                  <a:pt x="0" y="47988"/>
                  <a:pt x="47988" y="0"/>
                  <a:pt x="107185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49531" y="198287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0" y="133978"/>
                </a:moveTo>
                <a:cubicBezTo>
                  <a:pt x="0" y="60034"/>
                  <a:pt x="60034" y="0"/>
                  <a:pt x="133978" y="0"/>
                </a:cubicBezTo>
                <a:cubicBezTo>
                  <a:pt x="207923" y="0"/>
                  <a:pt x="267956" y="60034"/>
                  <a:pt x="267956" y="133978"/>
                </a:cubicBezTo>
                <a:cubicBezTo>
                  <a:pt x="267956" y="207923"/>
                  <a:pt x="207923" y="267956"/>
                  <a:pt x="133978" y="267956"/>
                </a:cubicBezTo>
                <a:cubicBezTo>
                  <a:pt x="60034" y="267956"/>
                  <a:pt x="0" y="207923"/>
                  <a:pt x="0" y="133978"/>
                </a:cubicBezTo>
                <a:close/>
                <a:moveTo>
                  <a:pt x="150725" y="50242"/>
                </a:moveTo>
                <a:cubicBezTo>
                  <a:pt x="150725" y="40999"/>
                  <a:pt x="143221" y="33495"/>
                  <a:pt x="133978" y="33495"/>
                </a:cubicBezTo>
                <a:cubicBezTo>
                  <a:pt x="124735" y="33495"/>
                  <a:pt x="117231" y="40999"/>
                  <a:pt x="117231" y="50242"/>
                </a:cubicBezTo>
                <a:cubicBezTo>
                  <a:pt x="117231" y="59485"/>
                  <a:pt x="124735" y="66989"/>
                  <a:pt x="133978" y="66989"/>
                </a:cubicBezTo>
                <a:cubicBezTo>
                  <a:pt x="143221" y="66989"/>
                  <a:pt x="150725" y="59485"/>
                  <a:pt x="150725" y="50242"/>
                </a:cubicBezTo>
                <a:close/>
                <a:moveTo>
                  <a:pt x="133978" y="217714"/>
                </a:moveTo>
                <a:cubicBezTo>
                  <a:pt x="152452" y="217714"/>
                  <a:pt x="167473" y="202694"/>
                  <a:pt x="167473" y="184220"/>
                </a:cubicBezTo>
                <a:cubicBezTo>
                  <a:pt x="167473" y="175741"/>
                  <a:pt x="164332" y="167944"/>
                  <a:pt x="159099" y="162082"/>
                </a:cubicBezTo>
                <a:lnTo>
                  <a:pt x="195472" y="89388"/>
                </a:lnTo>
                <a:cubicBezTo>
                  <a:pt x="198560" y="83161"/>
                  <a:pt x="196048" y="75624"/>
                  <a:pt x="189872" y="72537"/>
                </a:cubicBezTo>
                <a:cubicBezTo>
                  <a:pt x="183696" y="69449"/>
                  <a:pt x="176108" y="71961"/>
                  <a:pt x="173020" y="78136"/>
                </a:cubicBezTo>
                <a:lnTo>
                  <a:pt x="136647" y="150830"/>
                </a:lnTo>
                <a:cubicBezTo>
                  <a:pt x="135757" y="150778"/>
                  <a:pt x="134868" y="150725"/>
                  <a:pt x="133978" y="150725"/>
                </a:cubicBezTo>
                <a:cubicBezTo>
                  <a:pt x="115504" y="150725"/>
                  <a:pt x="100484" y="165745"/>
                  <a:pt x="100484" y="184220"/>
                </a:cubicBezTo>
                <a:cubicBezTo>
                  <a:pt x="100484" y="202694"/>
                  <a:pt x="115504" y="217714"/>
                  <a:pt x="133978" y="217714"/>
                </a:cubicBezTo>
                <a:close/>
                <a:moveTo>
                  <a:pt x="92110" y="75363"/>
                </a:moveTo>
                <a:cubicBezTo>
                  <a:pt x="92110" y="66120"/>
                  <a:pt x="84606" y="58615"/>
                  <a:pt x="75363" y="58615"/>
                </a:cubicBezTo>
                <a:cubicBezTo>
                  <a:pt x="66120" y="58615"/>
                  <a:pt x="58615" y="66120"/>
                  <a:pt x="58615" y="75363"/>
                </a:cubicBezTo>
                <a:cubicBezTo>
                  <a:pt x="58615" y="84606"/>
                  <a:pt x="66120" y="92110"/>
                  <a:pt x="75363" y="92110"/>
                </a:cubicBezTo>
                <a:cubicBezTo>
                  <a:pt x="84606" y="92110"/>
                  <a:pt x="92110" y="84606"/>
                  <a:pt x="92110" y="75363"/>
                </a:cubicBezTo>
                <a:close/>
                <a:moveTo>
                  <a:pt x="50242" y="150725"/>
                </a:moveTo>
                <a:cubicBezTo>
                  <a:pt x="59485" y="150725"/>
                  <a:pt x="66989" y="143221"/>
                  <a:pt x="66989" y="133978"/>
                </a:cubicBezTo>
                <a:cubicBezTo>
                  <a:pt x="66989" y="124735"/>
                  <a:pt x="59485" y="117231"/>
                  <a:pt x="50242" y="117231"/>
                </a:cubicBezTo>
                <a:cubicBezTo>
                  <a:pt x="40999" y="117231"/>
                  <a:pt x="33495" y="124735"/>
                  <a:pt x="33495" y="133978"/>
                </a:cubicBezTo>
                <a:cubicBezTo>
                  <a:pt x="33495" y="143221"/>
                  <a:pt x="40999" y="150725"/>
                  <a:pt x="50242" y="150725"/>
                </a:cubicBezTo>
                <a:close/>
                <a:moveTo>
                  <a:pt x="234462" y="133978"/>
                </a:moveTo>
                <a:cubicBezTo>
                  <a:pt x="234462" y="124735"/>
                  <a:pt x="226957" y="117231"/>
                  <a:pt x="217714" y="117231"/>
                </a:cubicBezTo>
                <a:cubicBezTo>
                  <a:pt x="208471" y="117231"/>
                  <a:pt x="200967" y="124735"/>
                  <a:pt x="200967" y="133978"/>
                </a:cubicBezTo>
                <a:cubicBezTo>
                  <a:pt x="200967" y="143221"/>
                  <a:pt x="208471" y="150725"/>
                  <a:pt x="217714" y="150725"/>
                </a:cubicBezTo>
                <a:cubicBezTo>
                  <a:pt x="226957" y="150725"/>
                  <a:pt x="234462" y="143221"/>
                  <a:pt x="234462" y="13397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4431184" y="2509855"/>
            <a:ext cx="342090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Latency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1184" y="2831402"/>
            <a:ext cx="3403042" cy="69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WebRTC connection eliminates routing delays. Sub-300ms response times vs. 1-2+ seconds on PSTN.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34420" y="1683657"/>
            <a:ext cx="3697793" cy="2027534"/>
          </a:xfrm>
          <a:custGeom>
            <a:avLst/>
            <a:gdLst/>
            <a:ahLst/>
            <a:cxnLst/>
            <a:rect l="l" t="t" r="r" b="b"/>
            <a:pathLst>
              <a:path w="3697793" h="2027534">
                <a:moveTo>
                  <a:pt x="107175" y="0"/>
                </a:moveTo>
                <a:lnTo>
                  <a:pt x="3590618" y="0"/>
                </a:lnTo>
                <a:cubicBezTo>
                  <a:pt x="3649809" y="0"/>
                  <a:pt x="3697793" y="47984"/>
                  <a:pt x="3697793" y="107175"/>
                </a:cubicBezTo>
                <a:lnTo>
                  <a:pt x="3697793" y="1920359"/>
                </a:lnTo>
                <a:cubicBezTo>
                  <a:pt x="3697793" y="1979550"/>
                  <a:pt x="3649809" y="2027534"/>
                  <a:pt x="3590618" y="2027534"/>
                </a:cubicBezTo>
                <a:lnTo>
                  <a:pt x="107175" y="2027534"/>
                </a:lnTo>
                <a:cubicBezTo>
                  <a:pt x="47984" y="2027534"/>
                  <a:pt x="0" y="1979550"/>
                  <a:pt x="0" y="1920359"/>
                </a:cubicBezTo>
                <a:lnTo>
                  <a:pt x="0" y="107175"/>
                </a:lnTo>
                <a:cubicBezTo>
                  <a:pt x="0" y="48024"/>
                  <a:pt x="48024" y="0"/>
                  <a:pt x="10717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7523" y="1866760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107185" y="0"/>
                </a:moveTo>
                <a:lnTo>
                  <a:pt x="393000" y="0"/>
                </a:lnTo>
                <a:cubicBezTo>
                  <a:pt x="452196" y="0"/>
                  <a:pt x="500185" y="47988"/>
                  <a:pt x="500185" y="107185"/>
                </a:cubicBezTo>
                <a:lnTo>
                  <a:pt x="500185" y="393000"/>
                </a:lnTo>
                <a:cubicBezTo>
                  <a:pt x="500185" y="452196"/>
                  <a:pt x="452196" y="500185"/>
                  <a:pt x="393000" y="500185"/>
                </a:cubicBezTo>
                <a:lnTo>
                  <a:pt x="107185" y="500185"/>
                </a:lnTo>
                <a:cubicBezTo>
                  <a:pt x="47988" y="500185"/>
                  <a:pt x="0" y="452196"/>
                  <a:pt x="0" y="393000"/>
                </a:cubicBezTo>
                <a:lnTo>
                  <a:pt x="0" y="107185"/>
                </a:lnTo>
                <a:cubicBezTo>
                  <a:pt x="0" y="47988"/>
                  <a:pt x="47988" y="0"/>
                  <a:pt x="107185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35870" y="198287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62802" y="29308"/>
                </a:moveTo>
                <a:cubicBezTo>
                  <a:pt x="62802" y="13136"/>
                  <a:pt x="75938" y="0"/>
                  <a:pt x="92110" y="0"/>
                </a:cubicBezTo>
                <a:lnTo>
                  <a:pt x="104670" y="0"/>
                </a:lnTo>
                <a:cubicBezTo>
                  <a:pt x="113934" y="0"/>
                  <a:pt x="121418" y="7484"/>
                  <a:pt x="121418" y="16747"/>
                </a:cubicBezTo>
                <a:lnTo>
                  <a:pt x="121418" y="251209"/>
                </a:lnTo>
                <a:cubicBezTo>
                  <a:pt x="121418" y="260472"/>
                  <a:pt x="113934" y="267956"/>
                  <a:pt x="104670" y="267956"/>
                </a:cubicBezTo>
                <a:lnTo>
                  <a:pt x="87923" y="267956"/>
                </a:lnTo>
                <a:cubicBezTo>
                  <a:pt x="72327" y="267956"/>
                  <a:pt x="59191" y="257280"/>
                  <a:pt x="55475" y="242835"/>
                </a:cubicBezTo>
                <a:cubicBezTo>
                  <a:pt x="55109" y="242835"/>
                  <a:pt x="54795" y="242835"/>
                  <a:pt x="54429" y="242835"/>
                </a:cubicBezTo>
                <a:cubicBezTo>
                  <a:pt x="31296" y="242835"/>
                  <a:pt x="12560" y="224099"/>
                  <a:pt x="12560" y="200967"/>
                </a:cubicBezTo>
                <a:cubicBezTo>
                  <a:pt x="12560" y="191547"/>
                  <a:pt x="15701" y="182859"/>
                  <a:pt x="20934" y="175846"/>
                </a:cubicBezTo>
                <a:cubicBezTo>
                  <a:pt x="10781" y="168205"/>
                  <a:pt x="4187" y="156063"/>
                  <a:pt x="4187" y="142352"/>
                </a:cubicBezTo>
                <a:cubicBezTo>
                  <a:pt x="4187" y="126180"/>
                  <a:pt x="13398" y="112102"/>
                  <a:pt x="26796" y="105141"/>
                </a:cubicBezTo>
                <a:cubicBezTo>
                  <a:pt x="23080" y="98861"/>
                  <a:pt x="20934" y="91534"/>
                  <a:pt x="20934" y="83736"/>
                </a:cubicBezTo>
                <a:cubicBezTo>
                  <a:pt x="20934" y="60604"/>
                  <a:pt x="39670" y="41868"/>
                  <a:pt x="62802" y="41868"/>
                </a:cubicBezTo>
                <a:lnTo>
                  <a:pt x="62802" y="29308"/>
                </a:lnTo>
                <a:close/>
                <a:moveTo>
                  <a:pt x="205154" y="29308"/>
                </a:moveTo>
                <a:lnTo>
                  <a:pt x="205154" y="41868"/>
                </a:lnTo>
                <a:cubicBezTo>
                  <a:pt x="228286" y="41868"/>
                  <a:pt x="247022" y="60604"/>
                  <a:pt x="247022" y="83736"/>
                </a:cubicBezTo>
                <a:cubicBezTo>
                  <a:pt x="247022" y="91587"/>
                  <a:pt x="244876" y="98913"/>
                  <a:pt x="241160" y="105141"/>
                </a:cubicBezTo>
                <a:cubicBezTo>
                  <a:pt x="254611" y="112102"/>
                  <a:pt x="263769" y="126128"/>
                  <a:pt x="263769" y="142352"/>
                </a:cubicBezTo>
                <a:cubicBezTo>
                  <a:pt x="263769" y="156063"/>
                  <a:pt x="257175" y="168205"/>
                  <a:pt x="247022" y="175846"/>
                </a:cubicBezTo>
                <a:cubicBezTo>
                  <a:pt x="252255" y="182859"/>
                  <a:pt x="255396" y="191547"/>
                  <a:pt x="255396" y="200967"/>
                </a:cubicBezTo>
                <a:cubicBezTo>
                  <a:pt x="255396" y="224099"/>
                  <a:pt x="236660" y="242835"/>
                  <a:pt x="213527" y="242835"/>
                </a:cubicBezTo>
                <a:cubicBezTo>
                  <a:pt x="213161" y="242835"/>
                  <a:pt x="212847" y="242835"/>
                  <a:pt x="212481" y="242835"/>
                </a:cubicBezTo>
                <a:cubicBezTo>
                  <a:pt x="208765" y="257280"/>
                  <a:pt x="195629" y="267956"/>
                  <a:pt x="180033" y="267956"/>
                </a:cubicBezTo>
                <a:lnTo>
                  <a:pt x="163286" y="267956"/>
                </a:lnTo>
                <a:cubicBezTo>
                  <a:pt x="154022" y="267956"/>
                  <a:pt x="146538" y="260472"/>
                  <a:pt x="146538" y="251209"/>
                </a:cubicBezTo>
                <a:lnTo>
                  <a:pt x="146538" y="16747"/>
                </a:lnTo>
                <a:cubicBezTo>
                  <a:pt x="146538" y="7484"/>
                  <a:pt x="154022" y="0"/>
                  <a:pt x="163286" y="0"/>
                </a:cubicBezTo>
                <a:lnTo>
                  <a:pt x="175846" y="0"/>
                </a:lnTo>
                <a:cubicBezTo>
                  <a:pt x="192018" y="0"/>
                  <a:pt x="205154" y="13136"/>
                  <a:pt x="205154" y="2930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0" name="Text 18"/>
          <p:cNvSpPr/>
          <p:nvPr/>
        </p:nvSpPr>
        <p:spPr>
          <a:xfrm>
            <a:off x="8317523" y="2509855"/>
            <a:ext cx="342090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Recognition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17523" y="2831402"/>
            <a:ext cx="3403042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transcription accuracy with uncompressed audio. AI understands intent more reliably.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1741" y="3863033"/>
            <a:ext cx="5644941" cy="1956079"/>
          </a:xfrm>
          <a:custGeom>
            <a:avLst/>
            <a:gdLst/>
            <a:ahLst/>
            <a:cxnLst/>
            <a:rect l="l" t="t" r="r" b="b"/>
            <a:pathLst>
              <a:path w="5644941" h="1956079">
                <a:moveTo>
                  <a:pt x="107174" y="0"/>
                </a:moveTo>
                <a:lnTo>
                  <a:pt x="5537767" y="0"/>
                </a:lnTo>
                <a:cubicBezTo>
                  <a:pt x="5596957" y="0"/>
                  <a:pt x="5644941" y="47983"/>
                  <a:pt x="5644941" y="107174"/>
                </a:cubicBezTo>
                <a:lnTo>
                  <a:pt x="5644941" y="1848906"/>
                </a:lnTo>
                <a:cubicBezTo>
                  <a:pt x="5644941" y="1908096"/>
                  <a:pt x="5596957" y="1956079"/>
                  <a:pt x="5537767" y="1956079"/>
                </a:cubicBezTo>
                <a:lnTo>
                  <a:pt x="107174" y="1956079"/>
                </a:lnTo>
                <a:cubicBezTo>
                  <a:pt x="47983" y="1956079"/>
                  <a:pt x="0" y="1908096"/>
                  <a:pt x="0" y="1848906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844" y="404613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8629" y="4153319"/>
            <a:ext cx="241160" cy="214365"/>
          </a:xfrm>
          <a:custGeom>
            <a:avLst/>
            <a:gdLst/>
            <a:ahLst/>
            <a:cxnLst/>
            <a:rect l="l" t="t" r="r" b="b"/>
            <a:pathLst>
              <a:path w="241160" h="214365">
                <a:moveTo>
                  <a:pt x="20097" y="147376"/>
                </a:moveTo>
                <a:lnTo>
                  <a:pt x="40193" y="147376"/>
                </a:lnTo>
                <a:lnTo>
                  <a:pt x="96339" y="197283"/>
                </a:lnTo>
                <a:cubicBezTo>
                  <a:pt x="99018" y="199669"/>
                  <a:pt x="102451" y="200967"/>
                  <a:pt x="106010" y="200967"/>
                </a:cubicBezTo>
                <a:cubicBezTo>
                  <a:pt x="114049" y="200967"/>
                  <a:pt x="120580" y="194436"/>
                  <a:pt x="120580" y="186397"/>
                </a:cubicBezTo>
                <a:lnTo>
                  <a:pt x="120580" y="27968"/>
                </a:lnTo>
                <a:cubicBezTo>
                  <a:pt x="120580" y="19929"/>
                  <a:pt x="114049" y="13398"/>
                  <a:pt x="106010" y="13398"/>
                </a:cubicBezTo>
                <a:cubicBezTo>
                  <a:pt x="102451" y="13398"/>
                  <a:pt x="99018" y="14696"/>
                  <a:pt x="96339" y="17082"/>
                </a:cubicBezTo>
                <a:lnTo>
                  <a:pt x="40193" y="66989"/>
                </a:lnTo>
                <a:lnTo>
                  <a:pt x="20097" y="66989"/>
                </a:lnTo>
                <a:cubicBezTo>
                  <a:pt x="9002" y="66989"/>
                  <a:pt x="0" y="75991"/>
                  <a:pt x="0" y="87086"/>
                </a:cubicBezTo>
                <a:lnTo>
                  <a:pt x="0" y="127279"/>
                </a:lnTo>
                <a:cubicBezTo>
                  <a:pt x="0" y="138374"/>
                  <a:pt x="9002" y="147376"/>
                  <a:pt x="20097" y="147376"/>
                </a:cubicBezTo>
                <a:close/>
                <a:moveTo>
                  <a:pt x="153656" y="73269"/>
                </a:moveTo>
                <a:cubicBezTo>
                  <a:pt x="149720" y="77205"/>
                  <a:pt x="149720" y="83569"/>
                  <a:pt x="153656" y="87463"/>
                </a:cubicBezTo>
                <a:lnTo>
                  <a:pt x="173334" y="107141"/>
                </a:lnTo>
                <a:lnTo>
                  <a:pt x="153656" y="126819"/>
                </a:lnTo>
                <a:cubicBezTo>
                  <a:pt x="149720" y="130754"/>
                  <a:pt x="149720" y="137118"/>
                  <a:pt x="153656" y="141012"/>
                </a:cubicBezTo>
                <a:cubicBezTo>
                  <a:pt x="157592" y="144906"/>
                  <a:pt x="163956" y="144947"/>
                  <a:pt x="167849" y="141012"/>
                </a:cubicBezTo>
                <a:lnTo>
                  <a:pt x="187527" y="121334"/>
                </a:lnTo>
                <a:lnTo>
                  <a:pt x="207205" y="141012"/>
                </a:lnTo>
                <a:cubicBezTo>
                  <a:pt x="211141" y="144947"/>
                  <a:pt x="217505" y="144947"/>
                  <a:pt x="221399" y="141012"/>
                </a:cubicBezTo>
                <a:cubicBezTo>
                  <a:pt x="225292" y="137076"/>
                  <a:pt x="225334" y="130712"/>
                  <a:pt x="221399" y="126819"/>
                </a:cubicBezTo>
                <a:lnTo>
                  <a:pt x="201721" y="107141"/>
                </a:lnTo>
                <a:lnTo>
                  <a:pt x="221399" y="87463"/>
                </a:lnTo>
                <a:cubicBezTo>
                  <a:pt x="225334" y="83527"/>
                  <a:pt x="225334" y="77163"/>
                  <a:pt x="221399" y="73269"/>
                </a:cubicBezTo>
                <a:cubicBezTo>
                  <a:pt x="217463" y="69375"/>
                  <a:pt x="211099" y="69334"/>
                  <a:pt x="207205" y="73269"/>
                </a:cubicBezTo>
                <a:lnTo>
                  <a:pt x="187527" y="92947"/>
                </a:lnTo>
                <a:lnTo>
                  <a:pt x="167849" y="73269"/>
                </a:lnTo>
                <a:cubicBezTo>
                  <a:pt x="163914" y="69334"/>
                  <a:pt x="157550" y="69334"/>
                  <a:pt x="153656" y="73269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1080756" y="4135455"/>
            <a:ext cx="212578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Push-to-Talk Innovation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844" y="4617776"/>
            <a:ext cx="5350189" cy="69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push-to-talk model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background noise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only transmitting when the user holds the button. This solves the turn-taking problem that plagues full-duplex phone calls.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2708" y="5457371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95013" y="59369"/>
                </a:moveTo>
                <a:lnTo>
                  <a:pt x="72683" y="95096"/>
                </a:lnTo>
                <a:cubicBezTo>
                  <a:pt x="71511" y="96967"/>
                  <a:pt x="69501" y="98139"/>
                  <a:pt x="67296" y="98251"/>
                </a:cubicBezTo>
                <a:cubicBezTo>
                  <a:pt x="65091" y="98362"/>
                  <a:pt x="62970" y="97357"/>
                  <a:pt x="61658" y="95571"/>
                </a:cubicBezTo>
                <a:lnTo>
                  <a:pt x="48260" y="77707"/>
                </a:lnTo>
                <a:cubicBezTo>
                  <a:pt x="46027" y="74749"/>
                  <a:pt x="46641" y="70562"/>
                  <a:pt x="49600" y="68329"/>
                </a:cubicBezTo>
                <a:cubicBezTo>
                  <a:pt x="52558" y="66096"/>
                  <a:pt x="56745" y="66710"/>
                  <a:pt x="58978" y="69669"/>
                </a:cubicBezTo>
                <a:lnTo>
                  <a:pt x="66515" y="79717"/>
                </a:lnTo>
                <a:lnTo>
                  <a:pt x="83653" y="52279"/>
                </a:lnTo>
                <a:cubicBezTo>
                  <a:pt x="85606" y="49153"/>
                  <a:pt x="89737" y="48176"/>
                  <a:pt x="92891" y="50158"/>
                </a:cubicBezTo>
                <a:cubicBezTo>
                  <a:pt x="96045" y="52140"/>
                  <a:pt x="96995" y="56243"/>
                  <a:pt x="95013" y="5939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794936" y="5421644"/>
            <a:ext cx="293858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fewer voice tokens wasted on silence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180" y="3863033"/>
            <a:ext cx="5644941" cy="1956079"/>
          </a:xfrm>
          <a:custGeom>
            <a:avLst/>
            <a:gdLst/>
            <a:ahLst/>
            <a:cxnLst/>
            <a:rect l="l" t="t" r="r" b="b"/>
            <a:pathLst>
              <a:path w="5644941" h="1956079">
                <a:moveTo>
                  <a:pt x="107174" y="0"/>
                </a:moveTo>
                <a:lnTo>
                  <a:pt x="5537767" y="0"/>
                </a:lnTo>
                <a:cubicBezTo>
                  <a:pt x="5596957" y="0"/>
                  <a:pt x="5644941" y="47983"/>
                  <a:pt x="5644941" y="107174"/>
                </a:cubicBezTo>
                <a:lnTo>
                  <a:pt x="5644941" y="1848906"/>
                </a:lnTo>
                <a:cubicBezTo>
                  <a:pt x="5644941" y="1908096"/>
                  <a:pt x="5596957" y="1956079"/>
                  <a:pt x="5537767" y="1956079"/>
                </a:cubicBezTo>
                <a:lnTo>
                  <a:pt x="107174" y="1956079"/>
                </a:lnTo>
                <a:cubicBezTo>
                  <a:pt x="47983" y="1956079"/>
                  <a:pt x="0" y="1908096"/>
                  <a:pt x="0" y="1848906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4284" y="404613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94864" y="4153319"/>
            <a:ext cx="187569" cy="214365"/>
          </a:xfrm>
          <a:custGeom>
            <a:avLst/>
            <a:gdLst/>
            <a:ahLst/>
            <a:cxnLst/>
            <a:rect l="l" t="t" r="r" b="b"/>
            <a:pathLst>
              <a:path w="187569" h="214365">
                <a:moveTo>
                  <a:pt x="141849" y="-4145"/>
                </a:moveTo>
                <a:cubicBezTo>
                  <a:pt x="146832" y="-544"/>
                  <a:pt x="148674" y="5987"/>
                  <a:pt x="146413" y="11681"/>
                </a:cubicBezTo>
                <a:lnTo>
                  <a:pt x="113588" y="93785"/>
                </a:lnTo>
                <a:lnTo>
                  <a:pt x="174171" y="93785"/>
                </a:lnTo>
                <a:cubicBezTo>
                  <a:pt x="179824" y="93785"/>
                  <a:pt x="184848" y="97302"/>
                  <a:pt x="186774" y="102619"/>
                </a:cubicBezTo>
                <a:cubicBezTo>
                  <a:pt x="188700" y="107936"/>
                  <a:pt x="187067" y="113881"/>
                  <a:pt x="182754" y="117482"/>
                </a:cubicBezTo>
                <a:lnTo>
                  <a:pt x="62174" y="217965"/>
                </a:lnTo>
                <a:cubicBezTo>
                  <a:pt x="57443" y="221901"/>
                  <a:pt x="50702" y="222110"/>
                  <a:pt x="45720" y="218510"/>
                </a:cubicBezTo>
                <a:cubicBezTo>
                  <a:pt x="40738" y="214909"/>
                  <a:pt x="38895" y="208378"/>
                  <a:pt x="41156" y="202684"/>
                </a:cubicBezTo>
                <a:lnTo>
                  <a:pt x="73981" y="120580"/>
                </a:lnTo>
                <a:lnTo>
                  <a:pt x="13398" y="120580"/>
                </a:lnTo>
                <a:cubicBezTo>
                  <a:pt x="7746" y="120580"/>
                  <a:pt x="2721" y="117063"/>
                  <a:pt x="795" y="111746"/>
                </a:cubicBezTo>
                <a:cubicBezTo>
                  <a:pt x="-1130" y="106429"/>
                  <a:pt x="502" y="100484"/>
                  <a:pt x="4815" y="96883"/>
                </a:cubicBezTo>
                <a:lnTo>
                  <a:pt x="125395" y="-3601"/>
                </a:lnTo>
                <a:cubicBezTo>
                  <a:pt x="130126" y="-7536"/>
                  <a:pt x="136867" y="-7746"/>
                  <a:pt x="141849" y="-414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6910196" y="4135455"/>
            <a:ext cx="199180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Response Time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4284" y="4617776"/>
            <a:ext cx="5350189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SIP negotiation and carrier routing, responses are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near-instantaneous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Customers get answers in seconds, not minutes.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2147" y="5225143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95013" y="59369"/>
                </a:moveTo>
                <a:lnTo>
                  <a:pt x="72683" y="95096"/>
                </a:lnTo>
                <a:cubicBezTo>
                  <a:pt x="71511" y="96967"/>
                  <a:pt x="69501" y="98139"/>
                  <a:pt x="67296" y="98251"/>
                </a:cubicBezTo>
                <a:cubicBezTo>
                  <a:pt x="65091" y="98362"/>
                  <a:pt x="62970" y="97357"/>
                  <a:pt x="61658" y="95571"/>
                </a:cubicBezTo>
                <a:lnTo>
                  <a:pt x="48260" y="77707"/>
                </a:lnTo>
                <a:cubicBezTo>
                  <a:pt x="46027" y="74749"/>
                  <a:pt x="46641" y="70562"/>
                  <a:pt x="49600" y="68329"/>
                </a:cubicBezTo>
                <a:cubicBezTo>
                  <a:pt x="52558" y="66096"/>
                  <a:pt x="56745" y="66710"/>
                  <a:pt x="58978" y="69669"/>
                </a:cubicBezTo>
                <a:lnTo>
                  <a:pt x="66515" y="79717"/>
                </a:lnTo>
                <a:lnTo>
                  <a:pt x="83653" y="52279"/>
                </a:lnTo>
                <a:cubicBezTo>
                  <a:pt x="85606" y="49153"/>
                  <a:pt x="89737" y="48176"/>
                  <a:pt x="92891" y="50158"/>
                </a:cubicBezTo>
                <a:cubicBezTo>
                  <a:pt x="96045" y="52140"/>
                  <a:pt x="96995" y="56243"/>
                  <a:pt x="95013" y="5939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5" name="Text 33"/>
          <p:cNvSpPr/>
          <p:nvPr/>
        </p:nvSpPr>
        <p:spPr>
          <a:xfrm>
            <a:off x="6624376" y="5189415"/>
            <a:ext cx="192035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 second end-to-end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5138" y="5966488"/>
            <a:ext cx="11459587" cy="535912"/>
          </a:xfrm>
          <a:custGeom>
            <a:avLst/>
            <a:gdLst/>
            <a:ahLst/>
            <a:cxnLst/>
            <a:rect l="l" t="t" r="r" b="b"/>
            <a:pathLst>
              <a:path w="11459587" h="535912">
                <a:moveTo>
                  <a:pt x="35727" y="0"/>
                </a:moveTo>
                <a:lnTo>
                  <a:pt x="11352404" y="0"/>
                </a:lnTo>
                <a:cubicBezTo>
                  <a:pt x="11411600" y="0"/>
                  <a:pt x="11459587" y="47987"/>
                  <a:pt x="11459587" y="107182"/>
                </a:cubicBezTo>
                <a:lnTo>
                  <a:pt x="11459587" y="428730"/>
                </a:lnTo>
                <a:cubicBezTo>
                  <a:pt x="11459587" y="487925"/>
                  <a:pt x="11411600" y="535912"/>
                  <a:pt x="11352404" y="535912"/>
                </a:cubicBez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375138" y="5966488"/>
            <a:ext cx="35727" cy="535912"/>
          </a:xfrm>
          <a:custGeom>
            <a:avLst/>
            <a:gdLst/>
            <a:ahLst/>
            <a:cxnLst/>
            <a:rect l="l" t="t" r="r" b="b"/>
            <a:pathLst>
              <a:path w="35727" h="535912">
                <a:moveTo>
                  <a:pt x="35727" y="0"/>
                </a:moveTo>
                <a:lnTo>
                  <a:pt x="35727" y="0"/>
                </a:lnTo>
                <a:lnTo>
                  <a:pt x="35727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495719" y="6109398"/>
            <a:ext cx="11236290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AI becomes fast, reliable, and dramatically cheaper</a:t>
            </a:r>
            <a:pPr algn="ctr">
              <a:lnSpc>
                <a:spcPct val="130000"/>
              </a:lnSpc>
            </a:pPr>
            <a:r>
              <a:rPr lang="en-US" sz="126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—orders of magnitude less expensive than traditional telephony.</a:t>
            </a:r>
            <a:endParaRPr lang="en-US" sz="1600" dirty="0"/>
          </a:p>
        </p:txBody>
      </p:sp>
      <p:pic>
        <p:nvPicPr>
          <p:cNvPr id="39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9309" y="-787092"/>
            <a:ext cx="1671444" cy="2162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1485900" cy="304800"/>
          </a:xfrm>
          <a:custGeom>
            <a:avLst/>
            <a:gdLst/>
            <a:ahLst/>
            <a:cxnLst/>
            <a:rect l="l" t="t" r="r" b="b"/>
            <a:pathLst>
              <a:path w="1485900" h="304800">
                <a:moveTo>
                  <a:pt x="152400" y="0"/>
                </a:moveTo>
                <a:lnTo>
                  <a:pt x="1333500" y="0"/>
                </a:lnTo>
                <a:cubicBezTo>
                  <a:pt x="1417612" y="0"/>
                  <a:pt x="1485900" y="68288"/>
                  <a:pt x="1485900" y="152400"/>
                </a:cubicBezTo>
                <a:lnTo>
                  <a:pt x="1485900" y="152400"/>
                </a:lnTo>
                <a:cubicBezTo>
                  <a:pt x="1485900" y="236512"/>
                  <a:pt x="1417612" y="304800"/>
                  <a:pt x="13335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260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PRODUCT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57340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Maps for Business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564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AI assistant deployment for any business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5553075" cy="3790950"/>
          </a:xfrm>
          <a:custGeom>
            <a:avLst/>
            <a:gdLst/>
            <a:ahLst/>
            <a:cxnLst/>
            <a:rect l="l" t="t" r="r" b="b"/>
            <a:pathLst>
              <a:path w="5553075" h="3790950">
                <a:moveTo>
                  <a:pt x="114297" y="0"/>
                </a:moveTo>
                <a:lnTo>
                  <a:pt x="5438778" y="0"/>
                </a:lnTo>
                <a:cubicBezTo>
                  <a:pt x="5501860" y="0"/>
                  <a:pt x="5553075" y="51215"/>
                  <a:pt x="5553075" y="114297"/>
                </a:cubicBezTo>
                <a:lnTo>
                  <a:pt x="5553075" y="3676653"/>
                </a:lnTo>
                <a:cubicBezTo>
                  <a:pt x="5553075" y="3739735"/>
                  <a:pt x="5501860" y="3790950"/>
                  <a:pt x="5438778" y="3790950"/>
                </a:cubicBezTo>
                <a:lnTo>
                  <a:pt x="114297" y="3790950"/>
                </a:lnTo>
                <a:cubicBezTo>
                  <a:pt x="51215" y="3790950"/>
                  <a:pt x="0" y="3739735"/>
                  <a:pt x="0" y="3676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125" y="200025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Interaction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457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764381" y="25908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59531"/>
                </a:moveTo>
                <a:lnTo>
                  <a:pt x="47625" y="59531"/>
                </a:lnTo>
                <a:lnTo>
                  <a:pt x="47625" y="35719"/>
                </a:lnTo>
                <a:lnTo>
                  <a:pt x="23812" y="35719"/>
                </a:lnTo>
                <a:lnTo>
                  <a:pt x="23812" y="59531"/>
                </a:lnTo>
                <a:close/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65484"/>
                </a:lnTo>
                <a:cubicBezTo>
                  <a:pt x="71438" y="75344"/>
                  <a:pt x="63438" y="83344"/>
                  <a:pt x="53578" y="83344"/>
                </a:cubicBez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  <a:moveTo>
                  <a:pt x="23812" y="154781"/>
                </a:moveTo>
                <a:lnTo>
                  <a:pt x="47625" y="154781"/>
                </a:lnTo>
                <a:lnTo>
                  <a:pt x="47625" y="130969"/>
                </a:lnTo>
                <a:lnTo>
                  <a:pt x="23812" y="130969"/>
                </a:lnTo>
                <a:lnTo>
                  <a:pt x="23812" y="154781"/>
                </a:lnTo>
                <a:close/>
                <a:moveTo>
                  <a:pt x="0" y="125016"/>
                </a:moveTo>
                <a:cubicBezTo>
                  <a:pt x="0" y="115156"/>
                  <a:pt x="8000" y="107156"/>
                  <a:pt x="17859" y="107156"/>
                </a:cubicBezTo>
                <a:lnTo>
                  <a:pt x="53578" y="107156"/>
                </a:lnTo>
                <a:cubicBezTo>
                  <a:pt x="63438" y="107156"/>
                  <a:pt x="71438" y="115156"/>
                  <a:pt x="71438" y="125016"/>
                </a:cubicBezTo>
                <a:lnTo>
                  <a:pt x="71438" y="160734"/>
                </a:lnTo>
                <a:cubicBezTo>
                  <a:pt x="71438" y="170594"/>
                  <a:pt x="63438" y="178594"/>
                  <a:pt x="53578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125016"/>
                </a:lnTo>
                <a:close/>
                <a:moveTo>
                  <a:pt x="119063" y="35719"/>
                </a:moveTo>
                <a:lnTo>
                  <a:pt x="119063" y="59531"/>
                </a:lnTo>
                <a:lnTo>
                  <a:pt x="142875" y="59531"/>
                </a:lnTo>
                <a:lnTo>
                  <a:pt x="142875" y="35719"/>
                </a:lnTo>
                <a:lnTo>
                  <a:pt x="119063" y="35719"/>
                </a:lnTo>
                <a:close/>
                <a:moveTo>
                  <a:pt x="113109" y="11906"/>
                </a:moveTo>
                <a:lnTo>
                  <a:pt x="148828" y="11906"/>
                </a:lnTo>
                <a:cubicBezTo>
                  <a:pt x="158688" y="11906"/>
                  <a:pt x="166688" y="19906"/>
                  <a:pt x="166688" y="29766"/>
                </a:cubicBezTo>
                <a:lnTo>
                  <a:pt x="166688" y="65484"/>
                </a:lnTo>
                <a:cubicBezTo>
                  <a:pt x="166688" y="75344"/>
                  <a:pt x="158688" y="83344"/>
                  <a:pt x="148828" y="83344"/>
                </a:cubicBezTo>
                <a:lnTo>
                  <a:pt x="113109" y="83344"/>
                </a:lnTo>
                <a:cubicBezTo>
                  <a:pt x="103250" y="83344"/>
                  <a:pt x="95250" y="75344"/>
                  <a:pt x="95250" y="65484"/>
                </a:cubicBezTo>
                <a:lnTo>
                  <a:pt x="95250" y="29766"/>
                </a:lnTo>
                <a:cubicBezTo>
                  <a:pt x="95250" y="19906"/>
                  <a:pt x="103250" y="11906"/>
                  <a:pt x="113109" y="11906"/>
                </a:cubicBezTo>
                <a:close/>
                <a:moveTo>
                  <a:pt x="107156" y="130969"/>
                </a:moveTo>
                <a:cubicBezTo>
                  <a:pt x="100585" y="130969"/>
                  <a:pt x="95250" y="125634"/>
                  <a:pt x="95250" y="119063"/>
                </a:cubicBezTo>
                <a:cubicBezTo>
                  <a:pt x="95250" y="112491"/>
                  <a:pt x="100585" y="107156"/>
                  <a:pt x="107156" y="107156"/>
                </a:cubicBezTo>
                <a:cubicBezTo>
                  <a:pt x="113727" y="107156"/>
                  <a:pt x="119063" y="112491"/>
                  <a:pt x="119063" y="119063"/>
                </a:cubicBezTo>
                <a:cubicBezTo>
                  <a:pt x="119063" y="125634"/>
                  <a:pt x="113727" y="130969"/>
                  <a:pt x="107156" y="130969"/>
                </a:cubicBezTo>
                <a:close/>
                <a:moveTo>
                  <a:pt x="107156" y="154781"/>
                </a:moveTo>
                <a:cubicBezTo>
                  <a:pt x="113742" y="154781"/>
                  <a:pt x="119063" y="160102"/>
                  <a:pt x="119063" y="166688"/>
                </a:cubicBezTo>
                <a:cubicBezTo>
                  <a:pt x="119063" y="173273"/>
                  <a:pt x="113742" y="178594"/>
                  <a:pt x="107156" y="178594"/>
                </a:cubicBezTo>
                <a:cubicBezTo>
                  <a:pt x="100571" y="178594"/>
                  <a:pt x="95250" y="173273"/>
                  <a:pt x="95250" y="166688"/>
                </a:cubicBezTo>
                <a:cubicBezTo>
                  <a:pt x="95250" y="160102"/>
                  <a:pt x="100571" y="154781"/>
                  <a:pt x="107156" y="154781"/>
                </a:cubicBezTo>
                <a:close/>
                <a:moveTo>
                  <a:pt x="142875" y="166688"/>
                </a:moveTo>
                <a:cubicBezTo>
                  <a:pt x="142875" y="160102"/>
                  <a:pt x="148196" y="154781"/>
                  <a:pt x="154781" y="154781"/>
                </a:cubicBez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cubicBezTo>
                  <a:pt x="148196" y="178594"/>
                  <a:pt x="142875" y="173273"/>
                  <a:pt x="142875" y="166688"/>
                </a:cubicBezTo>
                <a:close/>
                <a:moveTo>
                  <a:pt x="154781" y="130969"/>
                </a:moveTo>
                <a:cubicBezTo>
                  <a:pt x="148210" y="130969"/>
                  <a:pt x="142875" y="125634"/>
                  <a:pt x="142875" y="119063"/>
                </a:cubicBezTo>
                <a:cubicBezTo>
                  <a:pt x="142875" y="112491"/>
                  <a:pt x="148210" y="107156"/>
                  <a:pt x="154781" y="107156"/>
                </a:cubicBezTo>
                <a:cubicBezTo>
                  <a:pt x="161352" y="107156"/>
                  <a:pt x="166688" y="112491"/>
                  <a:pt x="166688" y="119063"/>
                </a:cubicBezTo>
                <a:cubicBezTo>
                  <a:pt x="166688" y="125634"/>
                  <a:pt x="161352" y="130969"/>
                  <a:pt x="154781" y="130969"/>
                </a:cubicBezTo>
                <a:close/>
                <a:moveTo>
                  <a:pt x="142875" y="142875"/>
                </a:move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ubicBezTo>
                  <a:pt x="137540" y="130969"/>
                  <a:pt x="142875" y="136304"/>
                  <a:pt x="142875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2457450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Scan QR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8725" y="276225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points phone at storefront sticker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3143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6288" y="3276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1228725" y="314325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Ask Questions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8725" y="344805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voice conversation with AI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475" y="3962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1228725" y="382905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AI Answers Instantly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8725" y="413385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verified business data &amp; reviews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5715000"/>
            <a:ext cx="5543550" cy="762000"/>
          </a:xfrm>
          <a:custGeom>
            <a:avLst/>
            <a:gdLst/>
            <a:ahLst/>
            <a:cxnLst/>
            <a:rect l="l" t="t" r="r" b="b"/>
            <a:pathLst>
              <a:path w="5543550" h="762000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685800"/>
                </a:lnTo>
                <a:cubicBezTo>
                  <a:pt x="5543550" y="727856"/>
                  <a:pt x="5509406" y="762000"/>
                  <a:pt x="54673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3" name="Shape 21"/>
          <p:cNvSpPr/>
          <p:nvPr/>
        </p:nvSpPr>
        <p:spPr>
          <a:xfrm>
            <a:off x="590550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819150" y="5867400"/>
            <a:ext cx="5048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only uses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business data and reviews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—no hallucinations, no generic responses.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3163" y="385763"/>
            <a:ext cx="5553075" cy="6086475"/>
          </a:xfrm>
          <a:custGeom>
            <a:avLst/>
            <a:gdLst/>
            <a:ahLst/>
            <a:cxnLst/>
            <a:rect l="l" t="t" r="r" b="b"/>
            <a:pathLst>
              <a:path w="5553075" h="6086475">
                <a:moveTo>
                  <a:pt x="114282" y="0"/>
                </a:moveTo>
                <a:lnTo>
                  <a:pt x="5438793" y="0"/>
                </a:lnTo>
                <a:cubicBezTo>
                  <a:pt x="5501909" y="0"/>
                  <a:pt x="5553075" y="51166"/>
                  <a:pt x="5553075" y="114282"/>
                </a:cubicBezTo>
                <a:lnTo>
                  <a:pt x="5553075" y="5972193"/>
                </a:lnTo>
                <a:cubicBezTo>
                  <a:pt x="5553075" y="6035309"/>
                  <a:pt x="5501909" y="6086475"/>
                  <a:pt x="5438793" y="6086475"/>
                </a:cubicBezTo>
                <a:lnTo>
                  <a:pt x="114282" y="6086475"/>
                </a:lnTo>
                <a:cubicBezTo>
                  <a:pt x="51166" y="6086475"/>
                  <a:pt x="0" y="6035309"/>
                  <a:pt x="0" y="59721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6525" y="6191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Customer Queries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86525" y="1076325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62738" y="1266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0367"/>
                </a:moveTo>
                <a:cubicBezTo>
                  <a:pt x="171450" y="124737"/>
                  <a:pt x="133075" y="160734"/>
                  <a:pt x="85725" y="160734"/>
                </a:cubicBezTo>
                <a:cubicBezTo>
                  <a:pt x="73302" y="160734"/>
                  <a:pt x="61514" y="158256"/>
                  <a:pt x="50866" y="153803"/>
                </a:cubicBezTo>
                <a:lnTo>
                  <a:pt x="11218" y="170814"/>
                </a:lnTo>
                <a:cubicBezTo>
                  <a:pt x="8070" y="172153"/>
                  <a:pt x="4454" y="171383"/>
                  <a:pt x="2143" y="168872"/>
                </a:cubicBezTo>
                <a:cubicBezTo>
                  <a:pt x="-167" y="166360"/>
                  <a:pt x="-670" y="162677"/>
                  <a:pt x="938" y="159663"/>
                </a:cubicBezTo>
                <a:lnTo>
                  <a:pt x="17279" y="128788"/>
                </a:lnTo>
                <a:cubicBezTo>
                  <a:pt x="6429" y="115293"/>
                  <a:pt x="0" y="98550"/>
                  <a:pt x="0" y="80367"/>
                </a:cubicBezTo>
                <a:cubicBezTo>
                  <a:pt x="0" y="35998"/>
                  <a:pt x="38375" y="0"/>
                  <a:pt x="85725" y="0"/>
                </a:cubicBezTo>
                <a:cubicBezTo>
                  <a:pt x="133075" y="0"/>
                  <a:pt x="171450" y="35998"/>
                  <a:pt x="171450" y="8036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538" y="1228725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 you have appointments today?"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67538" y="1495425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AI checks real-time availability and offers time slots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6525" y="1990725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62738" y="2181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0367"/>
                </a:moveTo>
                <a:cubicBezTo>
                  <a:pt x="171450" y="124737"/>
                  <a:pt x="133075" y="160734"/>
                  <a:pt x="85725" y="160734"/>
                </a:cubicBezTo>
                <a:cubicBezTo>
                  <a:pt x="73302" y="160734"/>
                  <a:pt x="61514" y="158256"/>
                  <a:pt x="50866" y="153803"/>
                </a:cubicBezTo>
                <a:lnTo>
                  <a:pt x="11218" y="170814"/>
                </a:lnTo>
                <a:cubicBezTo>
                  <a:pt x="8070" y="172153"/>
                  <a:pt x="4454" y="171383"/>
                  <a:pt x="2143" y="168872"/>
                </a:cubicBezTo>
                <a:cubicBezTo>
                  <a:pt x="-167" y="166360"/>
                  <a:pt x="-670" y="162677"/>
                  <a:pt x="938" y="159663"/>
                </a:cubicBezTo>
                <a:lnTo>
                  <a:pt x="17279" y="128788"/>
                </a:lnTo>
                <a:cubicBezTo>
                  <a:pt x="6429" y="115293"/>
                  <a:pt x="0" y="98550"/>
                  <a:pt x="0" y="80367"/>
                </a:cubicBezTo>
                <a:cubicBezTo>
                  <a:pt x="0" y="35998"/>
                  <a:pt x="38375" y="0"/>
                  <a:pt x="85725" y="0"/>
                </a:cubicBezTo>
                <a:cubicBezTo>
                  <a:pt x="133075" y="0"/>
                  <a:pt x="171450" y="35998"/>
                  <a:pt x="171450" y="8036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538" y="2143125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services do you offer?"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67538" y="2409825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AI lists services with descriptions and pricing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86525" y="2905125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2738" y="3095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0367"/>
                </a:moveTo>
                <a:cubicBezTo>
                  <a:pt x="171450" y="124737"/>
                  <a:pt x="133075" y="160734"/>
                  <a:pt x="85725" y="160734"/>
                </a:cubicBezTo>
                <a:cubicBezTo>
                  <a:pt x="73302" y="160734"/>
                  <a:pt x="61514" y="158256"/>
                  <a:pt x="50866" y="153803"/>
                </a:cubicBezTo>
                <a:lnTo>
                  <a:pt x="11218" y="170814"/>
                </a:lnTo>
                <a:cubicBezTo>
                  <a:pt x="8070" y="172153"/>
                  <a:pt x="4454" y="171383"/>
                  <a:pt x="2143" y="168872"/>
                </a:cubicBezTo>
                <a:cubicBezTo>
                  <a:pt x="-167" y="166360"/>
                  <a:pt x="-670" y="162677"/>
                  <a:pt x="938" y="159663"/>
                </a:cubicBezTo>
                <a:lnTo>
                  <a:pt x="17279" y="128788"/>
                </a:lnTo>
                <a:cubicBezTo>
                  <a:pt x="6429" y="115293"/>
                  <a:pt x="0" y="98550"/>
                  <a:pt x="0" y="80367"/>
                </a:cubicBezTo>
                <a:cubicBezTo>
                  <a:pt x="0" y="35998"/>
                  <a:pt x="38375" y="0"/>
                  <a:pt x="85725" y="0"/>
                </a:cubicBezTo>
                <a:cubicBezTo>
                  <a:pt x="133075" y="0"/>
                  <a:pt x="171450" y="35998"/>
                  <a:pt x="171450" y="8036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7" name="Text 35"/>
          <p:cNvSpPr/>
          <p:nvPr/>
        </p:nvSpPr>
        <p:spPr>
          <a:xfrm>
            <a:off x="6967538" y="3057525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much is a gel manicure?"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67538" y="3324225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AI provides current pricing and package options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86525" y="3819525"/>
            <a:ext cx="5086350" cy="800100"/>
          </a:xfrm>
          <a:custGeom>
            <a:avLst/>
            <a:gdLst/>
            <a:ahLst/>
            <a:cxnLst/>
            <a:rect l="l" t="t" r="r" b="b"/>
            <a:pathLst>
              <a:path w="5086350" h="8001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723898"/>
                </a:lnTo>
                <a:cubicBezTo>
                  <a:pt x="5086350" y="765983"/>
                  <a:pt x="5052233" y="800100"/>
                  <a:pt x="50101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62738" y="4010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0367"/>
                </a:moveTo>
                <a:cubicBezTo>
                  <a:pt x="171450" y="124737"/>
                  <a:pt x="133075" y="160734"/>
                  <a:pt x="85725" y="160734"/>
                </a:cubicBezTo>
                <a:cubicBezTo>
                  <a:pt x="73302" y="160734"/>
                  <a:pt x="61514" y="158256"/>
                  <a:pt x="50866" y="153803"/>
                </a:cubicBezTo>
                <a:lnTo>
                  <a:pt x="11218" y="170814"/>
                </a:lnTo>
                <a:cubicBezTo>
                  <a:pt x="8070" y="172153"/>
                  <a:pt x="4454" y="171383"/>
                  <a:pt x="2143" y="168872"/>
                </a:cubicBezTo>
                <a:cubicBezTo>
                  <a:pt x="-167" y="166360"/>
                  <a:pt x="-670" y="162677"/>
                  <a:pt x="938" y="159663"/>
                </a:cubicBezTo>
                <a:lnTo>
                  <a:pt x="17279" y="128788"/>
                </a:lnTo>
                <a:cubicBezTo>
                  <a:pt x="6429" y="115293"/>
                  <a:pt x="0" y="98550"/>
                  <a:pt x="0" y="80367"/>
                </a:cubicBezTo>
                <a:cubicBezTo>
                  <a:pt x="0" y="35998"/>
                  <a:pt x="38375" y="0"/>
                  <a:pt x="85725" y="0"/>
                </a:cubicBezTo>
                <a:cubicBezTo>
                  <a:pt x="133075" y="0"/>
                  <a:pt x="171450" y="35998"/>
                  <a:pt x="171450" y="8036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1" name="Text 39"/>
          <p:cNvSpPr/>
          <p:nvPr/>
        </p:nvSpPr>
        <p:spPr>
          <a:xfrm>
            <a:off x="6967538" y="3971925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"Can I book?"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7538" y="4238625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AI completes booking and sends confirmation</a:t>
            </a:r>
            <a:endParaRPr lang="en-US" sz="1600" dirty="0"/>
          </a:p>
        </p:txBody>
      </p:sp>
      <p:pic>
        <p:nvPicPr>
          <p:cNvPr id="43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2649" y="5557838"/>
            <a:ext cx="1513589" cy="195835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6126" y="366126"/>
            <a:ext cx="1931315" cy="292901"/>
          </a:xfrm>
          <a:custGeom>
            <a:avLst/>
            <a:gdLst/>
            <a:ahLst/>
            <a:cxnLst/>
            <a:rect l="l" t="t" r="r" b="b"/>
            <a:pathLst>
              <a:path w="1931315" h="292901">
                <a:moveTo>
                  <a:pt x="146450" y="0"/>
                </a:moveTo>
                <a:lnTo>
                  <a:pt x="1784865" y="0"/>
                </a:lnTo>
                <a:cubicBezTo>
                  <a:pt x="1865747" y="0"/>
                  <a:pt x="1931315" y="65568"/>
                  <a:pt x="1931315" y="146450"/>
                </a:cubicBezTo>
                <a:lnTo>
                  <a:pt x="1931315" y="146450"/>
                </a:lnTo>
                <a:cubicBezTo>
                  <a:pt x="1931315" y="227333"/>
                  <a:pt x="1865747" y="292901"/>
                  <a:pt x="1784865" y="292901"/>
                </a:cubicBezTo>
                <a:lnTo>
                  <a:pt x="146450" y="292901"/>
                </a:lnTo>
                <a:cubicBezTo>
                  <a:pt x="65622" y="292901"/>
                  <a:pt x="0" y="227279"/>
                  <a:pt x="0" y="146450"/>
                </a:cubicBezTo>
                <a:lnTo>
                  <a:pt x="0" y="146450"/>
                </a:lnTo>
                <a:cubicBezTo>
                  <a:pt x="0" y="65622"/>
                  <a:pt x="65622" y="0"/>
                  <a:pt x="14645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2577" y="430198"/>
            <a:ext cx="1712069" cy="155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spc="58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READINESS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126" y="768865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QR Adoption is Massive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6126" y="1281441"/>
            <a:ext cx="1155127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Consumers already scan QR codes for everything—now they'll scan to talk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703" y="1725369"/>
            <a:ext cx="3688721" cy="1839784"/>
          </a:xfrm>
          <a:custGeom>
            <a:avLst/>
            <a:gdLst/>
            <a:ahLst/>
            <a:cxnLst/>
            <a:rect l="l" t="t" r="r" b="b"/>
            <a:pathLst>
              <a:path w="3688721" h="1839784">
                <a:moveTo>
                  <a:pt x="109835" y="0"/>
                </a:moveTo>
                <a:lnTo>
                  <a:pt x="3578886" y="0"/>
                </a:lnTo>
                <a:cubicBezTo>
                  <a:pt x="3639546" y="0"/>
                  <a:pt x="3688721" y="49175"/>
                  <a:pt x="3688721" y="109835"/>
                </a:cubicBezTo>
                <a:lnTo>
                  <a:pt x="3688721" y="1729949"/>
                </a:lnTo>
                <a:cubicBezTo>
                  <a:pt x="3688721" y="1790609"/>
                  <a:pt x="3639546" y="1839784"/>
                  <a:pt x="3578886" y="1839784"/>
                </a:cubicBezTo>
                <a:lnTo>
                  <a:pt x="109835" y="1839784"/>
                </a:lnTo>
                <a:cubicBezTo>
                  <a:pt x="49175" y="1839784"/>
                  <a:pt x="0" y="1790609"/>
                  <a:pt x="0" y="1729949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658" y="1949622"/>
            <a:ext cx="3514811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24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766" y="2572036"/>
            <a:ext cx="332259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Regularly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342" y="2901550"/>
            <a:ext cx="3313441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consumers scan QR codes at least once per week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0209" y="1725369"/>
            <a:ext cx="3688721" cy="1839784"/>
          </a:xfrm>
          <a:custGeom>
            <a:avLst/>
            <a:gdLst/>
            <a:ahLst/>
            <a:cxnLst/>
            <a:rect l="l" t="t" r="r" b="b"/>
            <a:pathLst>
              <a:path w="3688721" h="1839784">
                <a:moveTo>
                  <a:pt x="109835" y="0"/>
                </a:moveTo>
                <a:lnTo>
                  <a:pt x="3578886" y="0"/>
                </a:lnTo>
                <a:cubicBezTo>
                  <a:pt x="3639546" y="0"/>
                  <a:pt x="3688721" y="49175"/>
                  <a:pt x="3688721" y="109835"/>
                </a:cubicBezTo>
                <a:lnTo>
                  <a:pt x="3688721" y="1729949"/>
                </a:lnTo>
                <a:cubicBezTo>
                  <a:pt x="3688721" y="1790609"/>
                  <a:pt x="3639546" y="1839784"/>
                  <a:pt x="3578886" y="1839784"/>
                </a:cubicBezTo>
                <a:lnTo>
                  <a:pt x="109835" y="1839784"/>
                </a:lnTo>
                <a:cubicBezTo>
                  <a:pt x="49175" y="1839784"/>
                  <a:pt x="0" y="1790609"/>
                  <a:pt x="0" y="1729949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164" y="1949622"/>
            <a:ext cx="3514811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24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3273" y="2572036"/>
            <a:ext cx="332259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7849" y="2901550"/>
            <a:ext cx="3313441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smartphones support QR scanning out of the box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9716" y="1725369"/>
            <a:ext cx="3688721" cy="1839784"/>
          </a:xfrm>
          <a:custGeom>
            <a:avLst/>
            <a:gdLst/>
            <a:ahLst/>
            <a:cxnLst/>
            <a:rect l="l" t="t" r="r" b="b"/>
            <a:pathLst>
              <a:path w="3688721" h="1839784">
                <a:moveTo>
                  <a:pt x="109835" y="0"/>
                </a:moveTo>
                <a:lnTo>
                  <a:pt x="3578886" y="0"/>
                </a:lnTo>
                <a:cubicBezTo>
                  <a:pt x="3639546" y="0"/>
                  <a:pt x="3688721" y="49175"/>
                  <a:pt x="3688721" y="109835"/>
                </a:cubicBezTo>
                <a:lnTo>
                  <a:pt x="3688721" y="1729949"/>
                </a:lnTo>
                <a:cubicBezTo>
                  <a:pt x="3688721" y="1790609"/>
                  <a:pt x="3639546" y="1839784"/>
                  <a:pt x="3578886" y="1839784"/>
                </a:cubicBezTo>
                <a:lnTo>
                  <a:pt x="109835" y="1839784"/>
                </a:lnTo>
                <a:cubicBezTo>
                  <a:pt x="49175" y="1839784"/>
                  <a:pt x="0" y="1790609"/>
                  <a:pt x="0" y="1729949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6671" y="1949622"/>
            <a:ext cx="3514811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24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2779" y="2572036"/>
            <a:ext cx="332259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Apps Required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17356" y="2901550"/>
            <a:ext cx="331344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downloads, no installation, no friction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703" y="3720757"/>
            <a:ext cx="11450595" cy="2764252"/>
          </a:xfrm>
          <a:custGeom>
            <a:avLst/>
            <a:gdLst/>
            <a:ahLst/>
            <a:cxnLst/>
            <a:rect l="l" t="t" r="r" b="b"/>
            <a:pathLst>
              <a:path w="11450595" h="2764252">
                <a:moveTo>
                  <a:pt x="109851" y="0"/>
                </a:moveTo>
                <a:lnTo>
                  <a:pt x="11340743" y="0"/>
                </a:lnTo>
                <a:cubicBezTo>
                  <a:pt x="11401412" y="0"/>
                  <a:pt x="11450595" y="49182"/>
                  <a:pt x="11450595" y="109851"/>
                </a:cubicBezTo>
                <a:lnTo>
                  <a:pt x="11450595" y="2654401"/>
                </a:lnTo>
                <a:cubicBezTo>
                  <a:pt x="11450595" y="2715070"/>
                  <a:pt x="11401412" y="2764252"/>
                  <a:pt x="11340743" y="2764252"/>
                </a:cubicBezTo>
                <a:lnTo>
                  <a:pt x="109851" y="2764252"/>
                </a:lnTo>
                <a:cubicBezTo>
                  <a:pt x="49182" y="2764252"/>
                  <a:pt x="0" y="2715070"/>
                  <a:pt x="0" y="2654401"/>
                </a:cubicBezTo>
                <a:lnTo>
                  <a:pt x="0" y="109851"/>
                </a:lnTo>
                <a:cubicBezTo>
                  <a:pt x="0" y="49182"/>
                  <a:pt x="49182" y="0"/>
                  <a:pt x="10985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955" y="3945009"/>
            <a:ext cx="11111928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Consumers Already Scan For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21824" y="4420973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109838" y="0"/>
                </a:moveTo>
                <a:lnTo>
                  <a:pt x="475964" y="0"/>
                </a:lnTo>
                <a:cubicBezTo>
                  <a:pt x="536626" y="0"/>
                  <a:pt x="585802" y="49176"/>
                  <a:pt x="585802" y="109838"/>
                </a:cubicBezTo>
                <a:lnTo>
                  <a:pt x="585802" y="475964"/>
                </a:lnTo>
                <a:cubicBezTo>
                  <a:pt x="585802" y="536626"/>
                  <a:pt x="536626" y="585802"/>
                  <a:pt x="475964" y="585802"/>
                </a:cubicBezTo>
                <a:lnTo>
                  <a:pt x="109838" y="585802"/>
                </a:lnTo>
                <a:cubicBezTo>
                  <a:pt x="49176" y="585802"/>
                  <a:pt x="0" y="536626"/>
                  <a:pt x="0" y="47596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716" y="4576577"/>
            <a:ext cx="274595" cy="274595"/>
          </a:xfrm>
          <a:custGeom>
            <a:avLst/>
            <a:gdLst/>
            <a:ahLst/>
            <a:cxnLst/>
            <a:rect l="l" t="t" r="r" b="b"/>
            <a:pathLst>
              <a:path w="274595" h="274595">
                <a:moveTo>
                  <a:pt x="34271" y="7723"/>
                </a:moveTo>
                <a:cubicBezTo>
                  <a:pt x="33842" y="3325"/>
                  <a:pt x="30141" y="0"/>
                  <a:pt x="25743" y="0"/>
                </a:cubicBezTo>
                <a:cubicBezTo>
                  <a:pt x="21345" y="0"/>
                  <a:pt x="17645" y="3325"/>
                  <a:pt x="17162" y="7669"/>
                </a:cubicBezTo>
                <a:lnTo>
                  <a:pt x="9600" y="80287"/>
                </a:lnTo>
                <a:cubicBezTo>
                  <a:pt x="8903" y="83505"/>
                  <a:pt x="8581" y="86776"/>
                  <a:pt x="8581" y="90048"/>
                </a:cubicBezTo>
                <a:cubicBezTo>
                  <a:pt x="8581" y="114665"/>
                  <a:pt x="27406" y="134884"/>
                  <a:pt x="51486" y="137083"/>
                </a:cubicBezTo>
                <a:lnTo>
                  <a:pt x="51486" y="257432"/>
                </a:lnTo>
                <a:cubicBezTo>
                  <a:pt x="51486" y="266925"/>
                  <a:pt x="59156" y="274595"/>
                  <a:pt x="68649" y="274595"/>
                </a:cubicBezTo>
                <a:cubicBezTo>
                  <a:pt x="78141" y="274595"/>
                  <a:pt x="85811" y="266925"/>
                  <a:pt x="85811" y="257432"/>
                </a:cubicBezTo>
                <a:lnTo>
                  <a:pt x="85811" y="137083"/>
                </a:lnTo>
                <a:cubicBezTo>
                  <a:pt x="109891" y="134884"/>
                  <a:pt x="128716" y="114665"/>
                  <a:pt x="128716" y="90048"/>
                </a:cubicBezTo>
                <a:cubicBezTo>
                  <a:pt x="128716" y="86776"/>
                  <a:pt x="128394" y="83505"/>
                  <a:pt x="127697" y="80287"/>
                </a:cubicBezTo>
                <a:lnTo>
                  <a:pt x="120082" y="7669"/>
                </a:lnTo>
                <a:cubicBezTo>
                  <a:pt x="119652" y="3325"/>
                  <a:pt x="115952" y="0"/>
                  <a:pt x="111554" y="0"/>
                </a:cubicBezTo>
                <a:cubicBezTo>
                  <a:pt x="107156" y="0"/>
                  <a:pt x="103456" y="3325"/>
                  <a:pt x="103027" y="7723"/>
                </a:cubicBezTo>
                <a:lnTo>
                  <a:pt x="95733" y="80394"/>
                </a:lnTo>
                <a:cubicBezTo>
                  <a:pt x="95411" y="83451"/>
                  <a:pt x="92837" y="85811"/>
                  <a:pt x="89780" y="85811"/>
                </a:cubicBezTo>
                <a:cubicBezTo>
                  <a:pt x="86669" y="85811"/>
                  <a:pt x="84095" y="83451"/>
                  <a:pt x="83773" y="80340"/>
                </a:cubicBezTo>
                <a:lnTo>
                  <a:pt x="77176" y="7830"/>
                </a:lnTo>
                <a:cubicBezTo>
                  <a:pt x="76801" y="3379"/>
                  <a:pt x="73100" y="0"/>
                  <a:pt x="68649" y="0"/>
                </a:cubicBezTo>
                <a:cubicBezTo>
                  <a:pt x="64197" y="0"/>
                  <a:pt x="60497" y="3379"/>
                  <a:pt x="60121" y="7830"/>
                </a:cubicBezTo>
                <a:lnTo>
                  <a:pt x="53524" y="80340"/>
                </a:lnTo>
                <a:cubicBezTo>
                  <a:pt x="53256" y="83451"/>
                  <a:pt x="50628" y="85811"/>
                  <a:pt x="47518" y="85811"/>
                </a:cubicBezTo>
                <a:cubicBezTo>
                  <a:pt x="44407" y="85811"/>
                  <a:pt x="41833" y="83451"/>
                  <a:pt x="41565" y="80394"/>
                </a:cubicBezTo>
                <a:lnTo>
                  <a:pt x="34271" y="7723"/>
                </a:lnTo>
                <a:close/>
                <a:moveTo>
                  <a:pt x="240270" y="0"/>
                </a:moveTo>
                <a:cubicBezTo>
                  <a:pt x="231689" y="0"/>
                  <a:pt x="171622" y="17162"/>
                  <a:pt x="171622" y="94392"/>
                </a:cubicBezTo>
                <a:lnTo>
                  <a:pt x="171622" y="154459"/>
                </a:lnTo>
                <a:cubicBezTo>
                  <a:pt x="171622" y="173391"/>
                  <a:pt x="187014" y="188784"/>
                  <a:pt x="205946" y="188784"/>
                </a:cubicBezTo>
                <a:lnTo>
                  <a:pt x="223108" y="188784"/>
                </a:lnTo>
                <a:lnTo>
                  <a:pt x="223108" y="257432"/>
                </a:lnTo>
                <a:cubicBezTo>
                  <a:pt x="223108" y="266925"/>
                  <a:pt x="230777" y="274595"/>
                  <a:pt x="240270" y="274595"/>
                </a:cubicBezTo>
                <a:cubicBezTo>
                  <a:pt x="249763" y="274595"/>
                  <a:pt x="257432" y="266925"/>
                  <a:pt x="257432" y="257432"/>
                </a:cubicBezTo>
                <a:lnTo>
                  <a:pt x="257432" y="17162"/>
                </a:lnTo>
                <a:cubicBezTo>
                  <a:pt x="257432" y="7669"/>
                  <a:pt x="249763" y="0"/>
                  <a:pt x="24027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3" name="Text 21"/>
          <p:cNvSpPr/>
          <p:nvPr/>
        </p:nvSpPr>
        <p:spPr>
          <a:xfrm>
            <a:off x="553766" y="5116613"/>
            <a:ext cx="2718486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342" y="5409514"/>
            <a:ext cx="270933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 ordering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7815" y="4420973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109838" y="0"/>
                </a:moveTo>
                <a:lnTo>
                  <a:pt x="475964" y="0"/>
                </a:lnTo>
                <a:cubicBezTo>
                  <a:pt x="536626" y="0"/>
                  <a:pt x="585802" y="49176"/>
                  <a:pt x="585802" y="109838"/>
                </a:cubicBezTo>
                <a:lnTo>
                  <a:pt x="585802" y="475964"/>
                </a:lnTo>
                <a:cubicBezTo>
                  <a:pt x="585802" y="536626"/>
                  <a:pt x="536626" y="585802"/>
                  <a:pt x="475964" y="585802"/>
                </a:cubicBezTo>
                <a:lnTo>
                  <a:pt x="109838" y="585802"/>
                </a:lnTo>
                <a:cubicBezTo>
                  <a:pt x="49176" y="585802"/>
                  <a:pt x="0" y="536626"/>
                  <a:pt x="0" y="47596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65707" y="4576577"/>
            <a:ext cx="274595" cy="274595"/>
          </a:xfrm>
          <a:custGeom>
            <a:avLst/>
            <a:gdLst/>
            <a:ahLst/>
            <a:cxnLst/>
            <a:rect l="l" t="t" r="r" b="b"/>
            <a:pathLst>
              <a:path w="274595" h="274595">
                <a:moveTo>
                  <a:pt x="0" y="68649"/>
                </a:moveTo>
                <a:lnTo>
                  <a:pt x="0" y="85811"/>
                </a:lnTo>
                <a:lnTo>
                  <a:pt x="274595" y="85811"/>
                </a:lnTo>
                <a:lnTo>
                  <a:pt x="274595" y="68649"/>
                </a:lnTo>
                <a:cubicBezTo>
                  <a:pt x="274595" y="49717"/>
                  <a:pt x="259202" y="34324"/>
                  <a:pt x="240270" y="34324"/>
                </a:cubicBezTo>
                <a:lnTo>
                  <a:pt x="34324" y="34324"/>
                </a:lnTo>
                <a:cubicBezTo>
                  <a:pt x="15392" y="34324"/>
                  <a:pt x="0" y="49717"/>
                  <a:pt x="0" y="68649"/>
                </a:cubicBezTo>
                <a:close/>
                <a:moveTo>
                  <a:pt x="0" y="111554"/>
                </a:moveTo>
                <a:lnTo>
                  <a:pt x="0" y="205946"/>
                </a:lnTo>
                <a:cubicBezTo>
                  <a:pt x="0" y="224878"/>
                  <a:pt x="15392" y="240270"/>
                  <a:pt x="34324" y="240270"/>
                </a:cubicBezTo>
                <a:lnTo>
                  <a:pt x="240270" y="240270"/>
                </a:lnTo>
                <a:cubicBezTo>
                  <a:pt x="259202" y="240270"/>
                  <a:pt x="274595" y="224878"/>
                  <a:pt x="274595" y="205946"/>
                </a:cubicBezTo>
                <a:lnTo>
                  <a:pt x="274595" y="111554"/>
                </a:lnTo>
                <a:lnTo>
                  <a:pt x="0" y="111554"/>
                </a:lnTo>
                <a:close/>
                <a:moveTo>
                  <a:pt x="34324" y="193074"/>
                </a:moveTo>
                <a:cubicBezTo>
                  <a:pt x="34324" y="185941"/>
                  <a:pt x="40063" y="180203"/>
                  <a:pt x="47196" y="180203"/>
                </a:cubicBezTo>
                <a:lnTo>
                  <a:pt x="72939" y="180203"/>
                </a:lnTo>
                <a:cubicBezTo>
                  <a:pt x="80072" y="180203"/>
                  <a:pt x="85811" y="185941"/>
                  <a:pt x="85811" y="193074"/>
                </a:cubicBezTo>
                <a:cubicBezTo>
                  <a:pt x="85811" y="200207"/>
                  <a:pt x="80072" y="205946"/>
                  <a:pt x="72939" y="205946"/>
                </a:cubicBezTo>
                <a:lnTo>
                  <a:pt x="47196" y="205946"/>
                </a:lnTo>
                <a:cubicBezTo>
                  <a:pt x="40063" y="205946"/>
                  <a:pt x="34324" y="200207"/>
                  <a:pt x="34324" y="193074"/>
                </a:cubicBezTo>
                <a:close/>
                <a:moveTo>
                  <a:pt x="111554" y="193074"/>
                </a:moveTo>
                <a:cubicBezTo>
                  <a:pt x="111554" y="185941"/>
                  <a:pt x="117293" y="180203"/>
                  <a:pt x="124426" y="180203"/>
                </a:cubicBezTo>
                <a:lnTo>
                  <a:pt x="158750" y="180203"/>
                </a:lnTo>
                <a:cubicBezTo>
                  <a:pt x="165883" y="180203"/>
                  <a:pt x="171622" y="185941"/>
                  <a:pt x="171622" y="193074"/>
                </a:cubicBezTo>
                <a:cubicBezTo>
                  <a:pt x="171622" y="200207"/>
                  <a:pt x="165883" y="205946"/>
                  <a:pt x="158750" y="205946"/>
                </a:cubicBezTo>
                <a:lnTo>
                  <a:pt x="124426" y="205946"/>
                </a:lnTo>
                <a:cubicBezTo>
                  <a:pt x="117293" y="205946"/>
                  <a:pt x="111554" y="200207"/>
                  <a:pt x="111554" y="193074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7" name="Text 25"/>
          <p:cNvSpPr/>
          <p:nvPr/>
        </p:nvSpPr>
        <p:spPr>
          <a:xfrm>
            <a:off x="3339757" y="5116613"/>
            <a:ext cx="2718486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44333" y="5409514"/>
            <a:ext cx="270933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checkout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93949" y="4420973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109838" y="0"/>
                </a:moveTo>
                <a:lnTo>
                  <a:pt x="475964" y="0"/>
                </a:lnTo>
                <a:cubicBezTo>
                  <a:pt x="536626" y="0"/>
                  <a:pt x="585802" y="49176"/>
                  <a:pt x="585802" y="109838"/>
                </a:cubicBezTo>
                <a:lnTo>
                  <a:pt x="585802" y="475964"/>
                </a:lnTo>
                <a:cubicBezTo>
                  <a:pt x="585802" y="536626"/>
                  <a:pt x="536626" y="585802"/>
                  <a:pt x="475964" y="585802"/>
                </a:cubicBezTo>
                <a:lnTo>
                  <a:pt x="109838" y="585802"/>
                </a:lnTo>
                <a:cubicBezTo>
                  <a:pt x="49176" y="585802"/>
                  <a:pt x="0" y="536626"/>
                  <a:pt x="0" y="47596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34679" y="4576577"/>
            <a:ext cx="308919" cy="274595"/>
          </a:xfrm>
          <a:custGeom>
            <a:avLst/>
            <a:gdLst/>
            <a:ahLst/>
            <a:cxnLst/>
            <a:rect l="l" t="t" r="r" b="b"/>
            <a:pathLst>
              <a:path w="308919" h="274595">
                <a:moveTo>
                  <a:pt x="0" y="68649"/>
                </a:moveTo>
                <a:cubicBezTo>
                  <a:pt x="0" y="49717"/>
                  <a:pt x="15392" y="34324"/>
                  <a:pt x="34324" y="34324"/>
                </a:cubicBezTo>
                <a:lnTo>
                  <a:pt x="274595" y="34324"/>
                </a:lnTo>
                <a:cubicBezTo>
                  <a:pt x="293527" y="34324"/>
                  <a:pt x="308919" y="49717"/>
                  <a:pt x="308919" y="68649"/>
                </a:cubicBezTo>
                <a:lnTo>
                  <a:pt x="308919" y="102973"/>
                </a:lnTo>
                <a:cubicBezTo>
                  <a:pt x="308919" y="107693"/>
                  <a:pt x="304950" y="111393"/>
                  <a:pt x="300499" y="112948"/>
                </a:cubicBezTo>
                <a:cubicBezTo>
                  <a:pt x="290416" y="116435"/>
                  <a:pt x="283176" y="126035"/>
                  <a:pt x="283176" y="137297"/>
                </a:cubicBezTo>
                <a:cubicBezTo>
                  <a:pt x="283176" y="148560"/>
                  <a:pt x="290416" y="158160"/>
                  <a:pt x="300499" y="161646"/>
                </a:cubicBezTo>
                <a:cubicBezTo>
                  <a:pt x="304950" y="163201"/>
                  <a:pt x="308919" y="166902"/>
                  <a:pt x="308919" y="171622"/>
                </a:cubicBezTo>
                <a:lnTo>
                  <a:pt x="308919" y="205946"/>
                </a:lnTo>
                <a:cubicBezTo>
                  <a:pt x="308919" y="224878"/>
                  <a:pt x="293527" y="240270"/>
                  <a:pt x="274595" y="240270"/>
                </a:cubicBezTo>
                <a:lnTo>
                  <a:pt x="34324" y="240270"/>
                </a:lnTo>
                <a:cubicBezTo>
                  <a:pt x="15392" y="240270"/>
                  <a:pt x="0" y="224878"/>
                  <a:pt x="0" y="205946"/>
                </a:cubicBezTo>
                <a:lnTo>
                  <a:pt x="0" y="171622"/>
                </a:lnTo>
                <a:cubicBezTo>
                  <a:pt x="0" y="166902"/>
                  <a:pt x="3969" y="163201"/>
                  <a:pt x="8420" y="161646"/>
                </a:cubicBezTo>
                <a:cubicBezTo>
                  <a:pt x="18503" y="158160"/>
                  <a:pt x="25743" y="148560"/>
                  <a:pt x="25743" y="137297"/>
                </a:cubicBezTo>
                <a:cubicBezTo>
                  <a:pt x="25743" y="126035"/>
                  <a:pt x="18503" y="116435"/>
                  <a:pt x="8420" y="112948"/>
                </a:cubicBezTo>
                <a:cubicBezTo>
                  <a:pt x="3969" y="111393"/>
                  <a:pt x="0" y="107693"/>
                  <a:pt x="0" y="102973"/>
                </a:cubicBezTo>
                <a:lnTo>
                  <a:pt x="0" y="68649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6125891" y="5116613"/>
            <a:ext cx="2718486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Check-ins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30467" y="5409514"/>
            <a:ext cx="270933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 &amp; travel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80083" y="4420973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109838" y="0"/>
                </a:moveTo>
                <a:lnTo>
                  <a:pt x="475964" y="0"/>
                </a:lnTo>
                <a:cubicBezTo>
                  <a:pt x="536626" y="0"/>
                  <a:pt x="585802" y="49176"/>
                  <a:pt x="585802" y="109838"/>
                </a:cubicBezTo>
                <a:lnTo>
                  <a:pt x="585802" y="475964"/>
                </a:lnTo>
                <a:cubicBezTo>
                  <a:pt x="585802" y="536626"/>
                  <a:pt x="536626" y="585802"/>
                  <a:pt x="475964" y="585802"/>
                </a:cubicBezTo>
                <a:lnTo>
                  <a:pt x="109838" y="585802"/>
                </a:lnTo>
                <a:cubicBezTo>
                  <a:pt x="49176" y="585802"/>
                  <a:pt x="0" y="536626"/>
                  <a:pt x="0" y="47596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37975" y="4576577"/>
            <a:ext cx="274595" cy="274595"/>
          </a:xfrm>
          <a:custGeom>
            <a:avLst/>
            <a:gdLst/>
            <a:ahLst/>
            <a:cxnLst/>
            <a:rect l="l" t="t" r="r" b="b"/>
            <a:pathLst>
              <a:path w="274595" h="274595">
                <a:moveTo>
                  <a:pt x="17430" y="51486"/>
                </a:moveTo>
                <a:lnTo>
                  <a:pt x="17430" y="131666"/>
                </a:lnTo>
                <a:cubicBezTo>
                  <a:pt x="17430" y="140783"/>
                  <a:pt x="21024" y="149525"/>
                  <a:pt x="27459" y="155961"/>
                </a:cubicBezTo>
                <a:lnTo>
                  <a:pt x="130432" y="258934"/>
                </a:lnTo>
                <a:cubicBezTo>
                  <a:pt x="143840" y="272342"/>
                  <a:pt x="165561" y="272342"/>
                  <a:pt x="178969" y="258934"/>
                </a:cubicBezTo>
                <a:lnTo>
                  <a:pt x="259149" y="178755"/>
                </a:lnTo>
                <a:cubicBezTo>
                  <a:pt x="272557" y="165347"/>
                  <a:pt x="272557" y="143626"/>
                  <a:pt x="259149" y="130218"/>
                </a:cubicBezTo>
                <a:lnTo>
                  <a:pt x="156176" y="27245"/>
                </a:lnTo>
                <a:cubicBezTo>
                  <a:pt x="149740" y="20755"/>
                  <a:pt x="141052" y="17162"/>
                  <a:pt x="131934" y="17162"/>
                </a:cubicBezTo>
                <a:lnTo>
                  <a:pt x="51755" y="17162"/>
                </a:lnTo>
                <a:cubicBezTo>
                  <a:pt x="32823" y="17162"/>
                  <a:pt x="17430" y="32554"/>
                  <a:pt x="17430" y="51486"/>
                </a:cubicBezTo>
                <a:close/>
                <a:moveTo>
                  <a:pt x="77498" y="60068"/>
                </a:moveTo>
                <a:cubicBezTo>
                  <a:pt x="86970" y="60068"/>
                  <a:pt x="94660" y="67758"/>
                  <a:pt x="94660" y="77230"/>
                </a:cubicBezTo>
                <a:cubicBezTo>
                  <a:pt x="94660" y="86702"/>
                  <a:pt x="86970" y="94392"/>
                  <a:pt x="77498" y="94392"/>
                </a:cubicBezTo>
                <a:cubicBezTo>
                  <a:pt x="68026" y="94392"/>
                  <a:pt x="60336" y="86702"/>
                  <a:pt x="60336" y="77230"/>
                </a:cubicBezTo>
                <a:cubicBezTo>
                  <a:pt x="60336" y="67758"/>
                  <a:pt x="68026" y="60068"/>
                  <a:pt x="77498" y="6006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5" name="Text 33"/>
          <p:cNvSpPr/>
          <p:nvPr/>
        </p:nvSpPr>
        <p:spPr>
          <a:xfrm>
            <a:off x="8912025" y="5116613"/>
            <a:ext cx="2718486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16601" y="5409514"/>
            <a:ext cx="270933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Discounts &amp; deals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4955" y="5816829"/>
            <a:ext cx="11002090" cy="9153"/>
          </a:xfrm>
          <a:custGeom>
            <a:avLst/>
            <a:gdLst/>
            <a:ahLst/>
            <a:cxnLst/>
            <a:rect l="l" t="t" r="r" b="b"/>
            <a:pathLst>
              <a:path w="11002090" h="9153">
                <a:moveTo>
                  <a:pt x="0" y="0"/>
                </a:moveTo>
                <a:lnTo>
                  <a:pt x="11002090" y="0"/>
                </a:lnTo>
                <a:lnTo>
                  <a:pt x="11002090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8" name="Shape 36"/>
          <p:cNvSpPr/>
          <p:nvPr/>
        </p:nvSpPr>
        <p:spPr>
          <a:xfrm>
            <a:off x="4357330" y="6022775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215643" y="119534"/>
                </a:moveTo>
                <a:cubicBezTo>
                  <a:pt x="221006" y="114171"/>
                  <a:pt x="221006" y="105461"/>
                  <a:pt x="215643" y="100098"/>
                </a:cubicBezTo>
                <a:lnTo>
                  <a:pt x="146994" y="31450"/>
                </a:lnTo>
                <a:cubicBezTo>
                  <a:pt x="141631" y="26086"/>
                  <a:pt x="132921" y="26086"/>
                  <a:pt x="127558" y="31450"/>
                </a:cubicBezTo>
                <a:cubicBezTo>
                  <a:pt x="122195" y="36813"/>
                  <a:pt x="122195" y="45523"/>
                  <a:pt x="127558" y="50886"/>
                </a:cubicBezTo>
                <a:lnTo>
                  <a:pt x="172780" y="96108"/>
                </a:lnTo>
                <a:lnTo>
                  <a:pt x="13730" y="96108"/>
                </a:lnTo>
                <a:cubicBezTo>
                  <a:pt x="6135" y="96108"/>
                  <a:pt x="0" y="102244"/>
                  <a:pt x="0" y="109838"/>
                </a:cubicBezTo>
                <a:cubicBezTo>
                  <a:pt x="0" y="117432"/>
                  <a:pt x="6135" y="123568"/>
                  <a:pt x="13730" y="123568"/>
                </a:cubicBezTo>
                <a:lnTo>
                  <a:pt x="172780" y="123568"/>
                </a:lnTo>
                <a:lnTo>
                  <a:pt x="127558" y="168790"/>
                </a:lnTo>
                <a:cubicBezTo>
                  <a:pt x="122195" y="174153"/>
                  <a:pt x="122195" y="182863"/>
                  <a:pt x="127558" y="188226"/>
                </a:cubicBezTo>
                <a:cubicBezTo>
                  <a:pt x="132921" y="193589"/>
                  <a:pt x="141631" y="193589"/>
                  <a:pt x="146994" y="188226"/>
                </a:cubicBezTo>
                <a:lnTo>
                  <a:pt x="215643" y="119577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9" name="Text 37"/>
          <p:cNvSpPr/>
          <p:nvPr/>
        </p:nvSpPr>
        <p:spPr>
          <a:xfrm>
            <a:off x="4714303" y="6004468"/>
            <a:ext cx="323106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they scan to </a:t>
            </a:r>
            <a:pPr>
              <a:lnSpc>
                <a:spcPct val="120000"/>
              </a:lnSpc>
            </a:pPr>
            <a:r>
              <a:rPr lang="en-US" sz="1441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talk to businesses</a:t>
            </a:r>
            <a:endParaRPr lang="en-US" sz="1600" dirty="0"/>
          </a:p>
        </p:txBody>
      </p:sp>
      <p:pic>
        <p:nvPicPr>
          <p:cNvPr id="40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5453" y="-99806"/>
            <a:ext cx="1172984" cy="151766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2133600" cy="304800"/>
          </a:xfrm>
          <a:custGeom>
            <a:avLst/>
            <a:gdLst/>
            <a:ahLst/>
            <a:cxnLst/>
            <a:rect l="l" t="t" r="r" b="b"/>
            <a:pathLst>
              <a:path w="2133600" h="304800">
                <a:moveTo>
                  <a:pt x="152400" y="0"/>
                </a:moveTo>
                <a:lnTo>
                  <a:pt x="1981200" y="0"/>
                </a:lnTo>
                <a:cubicBezTo>
                  <a:pt x="2065312" y="0"/>
                  <a:pt x="2133600" y="68288"/>
                  <a:pt x="2133600" y="152400"/>
                </a:cubicBezTo>
                <a:lnTo>
                  <a:pt x="2133600" y="152400"/>
                </a:lnTo>
                <a:cubicBezTo>
                  <a:pt x="2133600" y="236512"/>
                  <a:pt x="2065312" y="304800"/>
                  <a:pt x="19812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9075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DYNAMICS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5181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Network Effect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Two-sided platform with powerful flywheel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5000625" cy="4705350"/>
          </a:xfrm>
          <a:custGeom>
            <a:avLst/>
            <a:gdLst/>
            <a:ahLst/>
            <a:cxnLst/>
            <a:rect l="l" t="t" r="r" b="b"/>
            <a:pathLst>
              <a:path w="5000625" h="4705350">
                <a:moveTo>
                  <a:pt x="114293" y="0"/>
                </a:moveTo>
                <a:lnTo>
                  <a:pt x="4886332" y="0"/>
                </a:lnTo>
                <a:cubicBezTo>
                  <a:pt x="4949454" y="0"/>
                  <a:pt x="5000625" y="51171"/>
                  <a:pt x="5000625" y="114293"/>
                </a:cubicBezTo>
                <a:lnTo>
                  <a:pt x="5000625" y="4591057"/>
                </a:lnTo>
                <a:cubicBezTo>
                  <a:pt x="5000625" y="4654179"/>
                  <a:pt x="4949454" y="4705350"/>
                  <a:pt x="4886332" y="4705350"/>
                </a:cubicBezTo>
                <a:lnTo>
                  <a:pt x="114293" y="4705350"/>
                </a:lnTo>
                <a:cubicBezTo>
                  <a:pt x="51171" y="4705350"/>
                  <a:pt x="0" y="4654179"/>
                  <a:pt x="0" y="45910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125" y="200025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Sides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457450"/>
            <a:ext cx="4533900" cy="1409700"/>
          </a:xfrm>
          <a:custGeom>
            <a:avLst/>
            <a:gdLst/>
            <a:ahLst/>
            <a:cxnLst/>
            <a:rect l="l" t="t" r="r" b="b"/>
            <a:pathLst>
              <a:path w="4533900" h="1409700">
                <a:moveTo>
                  <a:pt x="76194" y="0"/>
                </a:moveTo>
                <a:lnTo>
                  <a:pt x="4457706" y="0"/>
                </a:lnTo>
                <a:cubicBezTo>
                  <a:pt x="4499758" y="0"/>
                  <a:pt x="4533900" y="34142"/>
                  <a:pt x="4533900" y="76194"/>
                </a:cubicBezTo>
                <a:lnTo>
                  <a:pt x="4533900" y="1333506"/>
                </a:lnTo>
                <a:cubicBezTo>
                  <a:pt x="4533900" y="1375587"/>
                  <a:pt x="4499787" y="1409700"/>
                  <a:pt x="44577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" y="2647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3925" y="2762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707" y="32281"/>
                </a:moveTo>
                <a:cubicBezTo>
                  <a:pt x="16788" y="21610"/>
                  <a:pt x="26566" y="14288"/>
                  <a:pt x="37683" y="14288"/>
                </a:cubicBezTo>
                <a:lnTo>
                  <a:pt x="191274" y="14288"/>
                </a:lnTo>
                <a:cubicBezTo>
                  <a:pt x="202391" y="14288"/>
                  <a:pt x="212169" y="21610"/>
                  <a:pt x="215295" y="32281"/>
                </a:cubicBezTo>
                <a:lnTo>
                  <a:pt x="225743" y="68089"/>
                </a:lnTo>
                <a:cubicBezTo>
                  <a:pt x="231458" y="87600"/>
                  <a:pt x="216768" y="107156"/>
                  <a:pt x="196453" y="107156"/>
                </a:cubicBezTo>
                <a:cubicBezTo>
                  <a:pt x="184711" y="107156"/>
                  <a:pt x="174397" y="100504"/>
                  <a:pt x="169307" y="90592"/>
                </a:cubicBezTo>
                <a:cubicBezTo>
                  <a:pt x="164128" y="100370"/>
                  <a:pt x="153859" y="107156"/>
                  <a:pt x="141893" y="107156"/>
                </a:cubicBezTo>
                <a:cubicBezTo>
                  <a:pt x="130016" y="107156"/>
                  <a:pt x="119702" y="100459"/>
                  <a:pt x="114523" y="90636"/>
                </a:cubicBezTo>
                <a:cubicBezTo>
                  <a:pt x="109344" y="100459"/>
                  <a:pt x="99030" y="107156"/>
                  <a:pt x="87154" y="107156"/>
                </a:cubicBezTo>
                <a:cubicBezTo>
                  <a:pt x="75188" y="107156"/>
                  <a:pt x="64919" y="100414"/>
                  <a:pt x="59740" y="90592"/>
                </a:cubicBezTo>
                <a:cubicBezTo>
                  <a:pt x="54650" y="100459"/>
                  <a:pt x="44336" y="107156"/>
                  <a:pt x="32593" y="107156"/>
                </a:cubicBezTo>
                <a:cubicBezTo>
                  <a:pt x="12234" y="107156"/>
                  <a:pt x="-2411" y="87645"/>
                  <a:pt x="3304" y="68089"/>
                </a:cubicBezTo>
                <a:lnTo>
                  <a:pt x="13707" y="32281"/>
                </a:lnTo>
                <a:close/>
                <a:moveTo>
                  <a:pt x="43041" y="157163"/>
                </a:moveTo>
                <a:lnTo>
                  <a:pt x="185916" y="157163"/>
                </a:lnTo>
                <a:lnTo>
                  <a:pt x="185916" y="127516"/>
                </a:lnTo>
                <a:cubicBezTo>
                  <a:pt x="189309" y="128230"/>
                  <a:pt x="192837" y="128588"/>
                  <a:pt x="196408" y="128588"/>
                </a:cubicBezTo>
                <a:cubicBezTo>
                  <a:pt x="202793" y="128588"/>
                  <a:pt x="208910" y="127427"/>
                  <a:pt x="214491" y="125373"/>
                </a:cubicBezTo>
                <a:lnTo>
                  <a:pt x="214491" y="192881"/>
                </a:lnTo>
                <a:cubicBezTo>
                  <a:pt x="214491" y="204713"/>
                  <a:pt x="204892" y="214313"/>
                  <a:pt x="193060" y="214313"/>
                </a:cubicBezTo>
                <a:lnTo>
                  <a:pt x="35897" y="214313"/>
                </a:lnTo>
                <a:cubicBezTo>
                  <a:pt x="24066" y="214313"/>
                  <a:pt x="14466" y="204713"/>
                  <a:pt x="14466" y="192881"/>
                </a:cubicBezTo>
                <a:lnTo>
                  <a:pt x="14466" y="125373"/>
                </a:lnTo>
                <a:cubicBezTo>
                  <a:pt x="20047" y="127427"/>
                  <a:pt x="26119" y="128588"/>
                  <a:pt x="32549" y="128588"/>
                </a:cubicBezTo>
                <a:cubicBezTo>
                  <a:pt x="36165" y="128588"/>
                  <a:pt x="39648" y="128230"/>
                  <a:pt x="43041" y="127516"/>
                </a:cubicBezTo>
                <a:lnTo>
                  <a:pt x="43041" y="15716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1381125" y="27432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 1: Businesses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21945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QR voice assistants on storefronts, menus, and products. Get 24/7 AI receptionist.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4057650"/>
            <a:ext cx="4533900" cy="1409700"/>
          </a:xfrm>
          <a:custGeom>
            <a:avLst/>
            <a:gdLst/>
            <a:ahLst/>
            <a:cxnLst/>
            <a:rect l="l" t="t" r="r" b="b"/>
            <a:pathLst>
              <a:path w="4533900" h="1409700">
                <a:moveTo>
                  <a:pt x="76194" y="0"/>
                </a:moveTo>
                <a:lnTo>
                  <a:pt x="4457706" y="0"/>
                </a:lnTo>
                <a:cubicBezTo>
                  <a:pt x="4499758" y="0"/>
                  <a:pt x="4533900" y="34142"/>
                  <a:pt x="4533900" y="76194"/>
                </a:cubicBezTo>
                <a:lnTo>
                  <a:pt x="4533900" y="1333506"/>
                </a:lnTo>
                <a:cubicBezTo>
                  <a:pt x="4533900" y="1375587"/>
                  <a:pt x="4499787" y="1409700"/>
                  <a:pt x="44577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9625" y="424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95350" y="4362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1381125" y="43434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 2: Customers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625" y="481965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voice AI to interact with businesses—instant answers, bookings, and transactions.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6843" y="385763"/>
            <a:ext cx="6105525" cy="5172075"/>
          </a:xfrm>
          <a:custGeom>
            <a:avLst/>
            <a:gdLst/>
            <a:ahLst/>
            <a:cxnLst/>
            <a:rect l="l" t="t" r="r" b="b"/>
            <a:pathLst>
              <a:path w="6105525" h="5172075">
                <a:moveTo>
                  <a:pt x="114303" y="0"/>
                </a:moveTo>
                <a:lnTo>
                  <a:pt x="5991222" y="0"/>
                </a:lnTo>
                <a:cubicBezTo>
                  <a:pt x="6054308" y="0"/>
                  <a:pt x="6105525" y="51217"/>
                  <a:pt x="6105525" y="114303"/>
                </a:cubicBezTo>
                <a:lnTo>
                  <a:pt x="6105525" y="5057772"/>
                </a:lnTo>
                <a:cubicBezTo>
                  <a:pt x="6105525" y="5120858"/>
                  <a:pt x="6054308" y="5172075"/>
                  <a:pt x="5991222" y="5172075"/>
                </a:cubicBezTo>
                <a:lnTo>
                  <a:pt x="114303" y="5172075"/>
                </a:lnTo>
                <a:cubicBezTo>
                  <a:pt x="51217" y="5172075"/>
                  <a:pt x="0" y="5120858"/>
                  <a:pt x="0" y="50577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0205" y="619125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Growth Flywheel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30205" y="1152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1655" y="1323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16005" y="1076325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199" y="0"/>
                </a:moveTo>
                <a:lnTo>
                  <a:pt x="4876801" y="0"/>
                </a:lnTo>
                <a:cubicBezTo>
                  <a:pt x="4918884" y="0"/>
                  <a:pt x="4953000" y="34116"/>
                  <a:pt x="4953000" y="76199"/>
                </a:cubicBezTo>
                <a:lnTo>
                  <a:pt x="4953000" y="609601"/>
                </a:lnTo>
                <a:cubicBezTo>
                  <a:pt x="4953000" y="651684"/>
                  <a:pt x="4918884" y="685800"/>
                  <a:pt x="4876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30305" y="11906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Businesses Join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0305" y="14192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Salons, restaurants, retail stores deploy QR stickers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65815" y="1876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5930205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Shape 26"/>
          <p:cNvSpPr/>
          <p:nvPr/>
        </p:nvSpPr>
        <p:spPr>
          <a:xfrm>
            <a:off x="6113562" y="2466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59531"/>
                </a:moveTo>
                <a:lnTo>
                  <a:pt x="47625" y="59531"/>
                </a:lnTo>
                <a:lnTo>
                  <a:pt x="47625" y="35719"/>
                </a:lnTo>
                <a:lnTo>
                  <a:pt x="23812" y="35719"/>
                </a:lnTo>
                <a:lnTo>
                  <a:pt x="23812" y="59531"/>
                </a:lnTo>
                <a:close/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65484"/>
                </a:lnTo>
                <a:cubicBezTo>
                  <a:pt x="71438" y="75344"/>
                  <a:pt x="63438" y="83344"/>
                  <a:pt x="53578" y="83344"/>
                </a:cubicBez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  <a:moveTo>
                  <a:pt x="23812" y="154781"/>
                </a:moveTo>
                <a:lnTo>
                  <a:pt x="47625" y="154781"/>
                </a:lnTo>
                <a:lnTo>
                  <a:pt x="47625" y="130969"/>
                </a:lnTo>
                <a:lnTo>
                  <a:pt x="23812" y="130969"/>
                </a:lnTo>
                <a:lnTo>
                  <a:pt x="23812" y="154781"/>
                </a:lnTo>
                <a:close/>
                <a:moveTo>
                  <a:pt x="0" y="125016"/>
                </a:moveTo>
                <a:cubicBezTo>
                  <a:pt x="0" y="115156"/>
                  <a:pt x="8000" y="107156"/>
                  <a:pt x="17859" y="107156"/>
                </a:cubicBezTo>
                <a:lnTo>
                  <a:pt x="53578" y="107156"/>
                </a:lnTo>
                <a:cubicBezTo>
                  <a:pt x="63438" y="107156"/>
                  <a:pt x="71438" y="115156"/>
                  <a:pt x="71438" y="125016"/>
                </a:cubicBezTo>
                <a:lnTo>
                  <a:pt x="71438" y="160734"/>
                </a:lnTo>
                <a:cubicBezTo>
                  <a:pt x="71438" y="170594"/>
                  <a:pt x="63438" y="178594"/>
                  <a:pt x="53578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125016"/>
                </a:lnTo>
                <a:close/>
                <a:moveTo>
                  <a:pt x="119063" y="35719"/>
                </a:moveTo>
                <a:lnTo>
                  <a:pt x="119063" y="59531"/>
                </a:lnTo>
                <a:lnTo>
                  <a:pt x="142875" y="59531"/>
                </a:lnTo>
                <a:lnTo>
                  <a:pt x="142875" y="35719"/>
                </a:lnTo>
                <a:lnTo>
                  <a:pt x="119063" y="35719"/>
                </a:lnTo>
                <a:close/>
                <a:moveTo>
                  <a:pt x="113109" y="11906"/>
                </a:moveTo>
                <a:lnTo>
                  <a:pt x="148828" y="11906"/>
                </a:lnTo>
                <a:cubicBezTo>
                  <a:pt x="158688" y="11906"/>
                  <a:pt x="166688" y="19906"/>
                  <a:pt x="166688" y="29766"/>
                </a:cubicBezTo>
                <a:lnTo>
                  <a:pt x="166688" y="65484"/>
                </a:lnTo>
                <a:cubicBezTo>
                  <a:pt x="166688" y="75344"/>
                  <a:pt x="158688" y="83344"/>
                  <a:pt x="148828" y="83344"/>
                </a:cubicBezTo>
                <a:lnTo>
                  <a:pt x="113109" y="83344"/>
                </a:lnTo>
                <a:cubicBezTo>
                  <a:pt x="103250" y="83344"/>
                  <a:pt x="95250" y="75344"/>
                  <a:pt x="95250" y="65484"/>
                </a:cubicBezTo>
                <a:lnTo>
                  <a:pt x="95250" y="29766"/>
                </a:lnTo>
                <a:cubicBezTo>
                  <a:pt x="95250" y="19906"/>
                  <a:pt x="103250" y="11906"/>
                  <a:pt x="113109" y="11906"/>
                </a:cubicBezTo>
                <a:close/>
                <a:moveTo>
                  <a:pt x="107156" y="130969"/>
                </a:moveTo>
                <a:cubicBezTo>
                  <a:pt x="100585" y="130969"/>
                  <a:pt x="95250" y="125634"/>
                  <a:pt x="95250" y="119063"/>
                </a:cubicBezTo>
                <a:cubicBezTo>
                  <a:pt x="95250" y="112491"/>
                  <a:pt x="100585" y="107156"/>
                  <a:pt x="107156" y="107156"/>
                </a:cubicBezTo>
                <a:cubicBezTo>
                  <a:pt x="113727" y="107156"/>
                  <a:pt x="119063" y="112491"/>
                  <a:pt x="119063" y="119063"/>
                </a:cubicBezTo>
                <a:cubicBezTo>
                  <a:pt x="119063" y="125634"/>
                  <a:pt x="113727" y="130969"/>
                  <a:pt x="107156" y="130969"/>
                </a:cubicBezTo>
                <a:close/>
                <a:moveTo>
                  <a:pt x="107156" y="154781"/>
                </a:moveTo>
                <a:cubicBezTo>
                  <a:pt x="113742" y="154781"/>
                  <a:pt x="119063" y="160102"/>
                  <a:pt x="119063" y="166688"/>
                </a:cubicBezTo>
                <a:cubicBezTo>
                  <a:pt x="119063" y="173273"/>
                  <a:pt x="113742" y="178594"/>
                  <a:pt x="107156" y="178594"/>
                </a:cubicBezTo>
                <a:cubicBezTo>
                  <a:pt x="100571" y="178594"/>
                  <a:pt x="95250" y="173273"/>
                  <a:pt x="95250" y="166688"/>
                </a:cubicBezTo>
                <a:cubicBezTo>
                  <a:pt x="95250" y="160102"/>
                  <a:pt x="100571" y="154781"/>
                  <a:pt x="107156" y="154781"/>
                </a:cubicBezTo>
                <a:close/>
                <a:moveTo>
                  <a:pt x="142875" y="166688"/>
                </a:moveTo>
                <a:cubicBezTo>
                  <a:pt x="142875" y="160102"/>
                  <a:pt x="148196" y="154781"/>
                  <a:pt x="154781" y="154781"/>
                </a:cubicBez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cubicBezTo>
                  <a:pt x="148196" y="178594"/>
                  <a:pt x="142875" y="173273"/>
                  <a:pt x="142875" y="166688"/>
                </a:cubicBezTo>
                <a:close/>
                <a:moveTo>
                  <a:pt x="154781" y="130969"/>
                </a:moveTo>
                <a:cubicBezTo>
                  <a:pt x="148210" y="130969"/>
                  <a:pt x="142875" y="125634"/>
                  <a:pt x="142875" y="119063"/>
                </a:cubicBezTo>
                <a:cubicBezTo>
                  <a:pt x="142875" y="112491"/>
                  <a:pt x="148210" y="107156"/>
                  <a:pt x="154781" y="107156"/>
                </a:cubicBezTo>
                <a:cubicBezTo>
                  <a:pt x="161352" y="107156"/>
                  <a:pt x="166688" y="112491"/>
                  <a:pt x="166688" y="119063"/>
                </a:cubicBezTo>
                <a:cubicBezTo>
                  <a:pt x="166688" y="125634"/>
                  <a:pt x="161352" y="130969"/>
                  <a:pt x="154781" y="130969"/>
                </a:cubicBezTo>
                <a:close/>
                <a:moveTo>
                  <a:pt x="142875" y="142875"/>
                </a:move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ubicBezTo>
                  <a:pt x="137540" y="130969"/>
                  <a:pt x="142875" y="136304"/>
                  <a:pt x="142875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6616005" y="2219325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199" y="0"/>
                </a:moveTo>
                <a:lnTo>
                  <a:pt x="4876801" y="0"/>
                </a:lnTo>
                <a:cubicBezTo>
                  <a:pt x="4918884" y="0"/>
                  <a:pt x="4953000" y="34116"/>
                  <a:pt x="4953000" y="76199"/>
                </a:cubicBezTo>
                <a:lnTo>
                  <a:pt x="4953000" y="609601"/>
                </a:lnTo>
                <a:cubicBezTo>
                  <a:pt x="4953000" y="651684"/>
                  <a:pt x="4918884" y="685800"/>
                  <a:pt x="4876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30305" y="23336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Customer Scans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0305" y="25622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visibility leads to increased usage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65815" y="3019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3" name="Shape 31"/>
          <p:cNvSpPr/>
          <p:nvPr/>
        </p:nvSpPr>
        <p:spPr>
          <a:xfrm>
            <a:off x="5930205" y="3438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4" name="Shape 32"/>
          <p:cNvSpPr/>
          <p:nvPr/>
        </p:nvSpPr>
        <p:spPr>
          <a:xfrm>
            <a:off x="6113562" y="3609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6005" y="3362325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199" y="0"/>
                </a:moveTo>
                <a:lnTo>
                  <a:pt x="4876801" y="0"/>
                </a:lnTo>
                <a:cubicBezTo>
                  <a:pt x="4918884" y="0"/>
                  <a:pt x="4953000" y="34116"/>
                  <a:pt x="4953000" y="76199"/>
                </a:cubicBezTo>
                <a:lnTo>
                  <a:pt x="4953000" y="609601"/>
                </a:lnTo>
                <a:cubicBezTo>
                  <a:pt x="4953000" y="651684"/>
                  <a:pt x="4918884" y="685800"/>
                  <a:pt x="4876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730305" y="34766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Voice Data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0305" y="37052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training data improves AI responses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65815" y="4162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9" name="Shape 37"/>
          <p:cNvSpPr/>
          <p:nvPr/>
        </p:nvSpPr>
        <p:spPr>
          <a:xfrm>
            <a:off x="5930205" y="4581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1655" y="4752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6616005" y="4505325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199" y="0"/>
                </a:moveTo>
                <a:lnTo>
                  <a:pt x="4876801" y="0"/>
                </a:lnTo>
                <a:cubicBezTo>
                  <a:pt x="4918884" y="0"/>
                  <a:pt x="4953000" y="34116"/>
                  <a:pt x="4953000" y="76199"/>
                </a:cubicBezTo>
                <a:lnTo>
                  <a:pt x="4953000" y="609601"/>
                </a:lnTo>
                <a:cubicBezTo>
                  <a:pt x="4953000" y="651684"/>
                  <a:pt x="4918884" y="685800"/>
                  <a:pt x="4876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730305" y="46196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AI Performance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30305" y="48482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 experience attracts more businesses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11130" y="5715000"/>
            <a:ext cx="6096000" cy="762000"/>
          </a:xfrm>
          <a:custGeom>
            <a:avLst/>
            <a:gdLst/>
            <a:ahLst/>
            <a:cxnLst/>
            <a:rect l="l" t="t" r="r" b="b"/>
            <a:pathLst>
              <a:path w="6096000" h="762000">
                <a:moveTo>
                  <a:pt x="38100" y="0"/>
                </a:moveTo>
                <a:lnTo>
                  <a:pt x="6019800" y="0"/>
                </a:lnTo>
                <a:cubicBezTo>
                  <a:pt x="6061856" y="0"/>
                  <a:pt x="6096000" y="34144"/>
                  <a:pt x="6096000" y="76200"/>
                </a:cubicBezTo>
                <a:lnTo>
                  <a:pt x="6096000" y="685800"/>
                </a:lnTo>
                <a:cubicBezTo>
                  <a:pt x="6096000" y="727856"/>
                  <a:pt x="6061856" y="762000"/>
                  <a:pt x="60198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5711130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6" name="Shape 44"/>
          <p:cNvSpPr/>
          <p:nvPr/>
        </p:nvSpPr>
        <p:spPr>
          <a:xfrm>
            <a:off x="5901630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7" name="Text 45"/>
          <p:cNvSpPr/>
          <p:nvPr/>
        </p:nvSpPr>
        <p:spPr>
          <a:xfrm>
            <a:off x="6130230" y="5867400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creates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defensibility and scale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—the classic network effect that builds platform moats.</a:t>
            </a:r>
            <a:endParaRPr lang="en-US" sz="1600" dirty="0"/>
          </a:p>
        </p:txBody>
      </p:sp>
      <p:pic>
        <p:nvPicPr>
          <p:cNvPr id="48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4" y="5557838"/>
            <a:ext cx="1580622" cy="204509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9735" y="369735"/>
            <a:ext cx="2172191" cy="295788"/>
          </a:xfrm>
          <a:custGeom>
            <a:avLst/>
            <a:gdLst/>
            <a:ahLst/>
            <a:cxnLst/>
            <a:rect l="l" t="t" r="r" b="b"/>
            <a:pathLst>
              <a:path w="2172191" h="295788">
                <a:moveTo>
                  <a:pt x="147894" y="0"/>
                </a:moveTo>
                <a:lnTo>
                  <a:pt x="2024297" y="0"/>
                </a:lnTo>
                <a:cubicBezTo>
                  <a:pt x="2105977" y="0"/>
                  <a:pt x="2172191" y="66214"/>
                  <a:pt x="2172191" y="147894"/>
                </a:cubicBezTo>
                <a:lnTo>
                  <a:pt x="2172191" y="147894"/>
                </a:lnTo>
                <a:cubicBezTo>
                  <a:pt x="2172191" y="229573"/>
                  <a:pt x="2105977" y="295788"/>
                  <a:pt x="2024297" y="295788"/>
                </a:cubicBezTo>
                <a:lnTo>
                  <a:pt x="147894" y="295788"/>
                </a:lnTo>
                <a:cubicBezTo>
                  <a:pt x="66269" y="295788"/>
                  <a:pt x="0" y="229519"/>
                  <a:pt x="0" y="147894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7629" y="434438"/>
            <a:ext cx="1949050" cy="15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spc="58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735" y="776443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9735" y="1294071"/>
            <a:ext cx="1154496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businesses with walk-in customers—starting with the salon industry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356" y="1705401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7027" y="185791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34920" y="2005810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83190" y="110920"/>
                </a:moveTo>
                <a:lnTo>
                  <a:pt x="66076" y="128035"/>
                </a:lnTo>
                <a:cubicBezTo>
                  <a:pt x="60616" y="125912"/>
                  <a:pt x="54724" y="124785"/>
                  <a:pt x="48528" y="124785"/>
                </a:cubicBezTo>
                <a:cubicBezTo>
                  <a:pt x="21707" y="124785"/>
                  <a:pt x="0" y="146493"/>
                  <a:pt x="0" y="173313"/>
                </a:cubicBezTo>
                <a:cubicBezTo>
                  <a:pt x="0" y="200133"/>
                  <a:pt x="21707" y="221841"/>
                  <a:pt x="48528" y="221841"/>
                </a:cubicBezTo>
                <a:cubicBezTo>
                  <a:pt x="75348" y="221841"/>
                  <a:pt x="97055" y="200133"/>
                  <a:pt x="97055" y="173313"/>
                </a:cubicBezTo>
                <a:cubicBezTo>
                  <a:pt x="97055" y="167117"/>
                  <a:pt x="95885" y="161225"/>
                  <a:pt x="93806" y="155765"/>
                </a:cubicBezTo>
                <a:lnTo>
                  <a:pt x="216295" y="33276"/>
                </a:lnTo>
                <a:cubicBezTo>
                  <a:pt x="219371" y="30200"/>
                  <a:pt x="219371" y="25260"/>
                  <a:pt x="216295" y="22184"/>
                </a:cubicBezTo>
                <a:cubicBezTo>
                  <a:pt x="204033" y="9922"/>
                  <a:pt x="184189" y="9922"/>
                  <a:pt x="171927" y="22184"/>
                </a:cubicBezTo>
                <a:lnTo>
                  <a:pt x="110920" y="83190"/>
                </a:lnTo>
                <a:lnTo>
                  <a:pt x="93806" y="66076"/>
                </a:lnTo>
                <a:cubicBezTo>
                  <a:pt x="95929" y="60616"/>
                  <a:pt x="97055" y="54724"/>
                  <a:pt x="97055" y="48528"/>
                </a:cubicBezTo>
                <a:cubicBezTo>
                  <a:pt x="97055" y="21707"/>
                  <a:pt x="75348" y="0"/>
                  <a:pt x="48528" y="0"/>
                </a:cubicBezTo>
                <a:cubicBezTo>
                  <a:pt x="21707" y="0"/>
                  <a:pt x="0" y="21707"/>
                  <a:pt x="0" y="48528"/>
                </a:cubicBezTo>
                <a:cubicBezTo>
                  <a:pt x="0" y="75348"/>
                  <a:pt x="21707" y="97055"/>
                  <a:pt x="48528" y="97055"/>
                </a:cubicBezTo>
                <a:cubicBezTo>
                  <a:pt x="54724" y="97055"/>
                  <a:pt x="60616" y="95885"/>
                  <a:pt x="66076" y="93806"/>
                </a:cubicBezTo>
                <a:lnTo>
                  <a:pt x="83190" y="110920"/>
                </a:lnTo>
                <a:close/>
                <a:moveTo>
                  <a:pt x="125609" y="153339"/>
                </a:moveTo>
                <a:lnTo>
                  <a:pt x="171927" y="199657"/>
                </a:lnTo>
                <a:cubicBezTo>
                  <a:pt x="184189" y="211919"/>
                  <a:pt x="204033" y="211919"/>
                  <a:pt x="216295" y="199657"/>
                </a:cubicBezTo>
                <a:cubicBezTo>
                  <a:pt x="219371" y="196580"/>
                  <a:pt x="219371" y="191641"/>
                  <a:pt x="216295" y="188565"/>
                </a:cubicBezTo>
                <a:lnTo>
                  <a:pt x="153339" y="125609"/>
                </a:lnTo>
                <a:lnTo>
                  <a:pt x="125609" y="153339"/>
                </a:lnTo>
                <a:close/>
                <a:moveTo>
                  <a:pt x="27730" y="48528"/>
                </a:moveTo>
                <a:cubicBezTo>
                  <a:pt x="27730" y="37049"/>
                  <a:pt x="37049" y="27730"/>
                  <a:pt x="48528" y="27730"/>
                </a:cubicBezTo>
                <a:cubicBezTo>
                  <a:pt x="60006" y="27730"/>
                  <a:pt x="69325" y="37049"/>
                  <a:pt x="69325" y="48528"/>
                </a:cubicBezTo>
                <a:cubicBezTo>
                  <a:pt x="69325" y="60006"/>
                  <a:pt x="60006" y="69325"/>
                  <a:pt x="48528" y="69325"/>
                </a:cubicBezTo>
                <a:cubicBezTo>
                  <a:pt x="37049" y="69325"/>
                  <a:pt x="27730" y="60006"/>
                  <a:pt x="27730" y="48528"/>
                </a:cubicBezTo>
                <a:close/>
                <a:moveTo>
                  <a:pt x="48528" y="152516"/>
                </a:moveTo>
                <a:cubicBezTo>
                  <a:pt x="60006" y="152516"/>
                  <a:pt x="69325" y="161835"/>
                  <a:pt x="69325" y="173313"/>
                </a:cubicBezTo>
                <a:cubicBezTo>
                  <a:pt x="69325" y="184792"/>
                  <a:pt x="60006" y="194111"/>
                  <a:pt x="48528" y="194111"/>
                </a:cubicBezTo>
                <a:cubicBezTo>
                  <a:pt x="37049" y="194111"/>
                  <a:pt x="27730" y="184792"/>
                  <a:pt x="27730" y="173313"/>
                </a:cubicBezTo>
                <a:cubicBezTo>
                  <a:pt x="27730" y="161835"/>
                  <a:pt x="37049" y="152516"/>
                  <a:pt x="48528" y="15251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485277" y="2486466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Salons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74607" y="1705401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7422" y="185791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49180" y="2005810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97055" y="107454"/>
                </a:moveTo>
                <a:cubicBezTo>
                  <a:pt x="125752" y="107454"/>
                  <a:pt x="149049" y="84156"/>
                  <a:pt x="149049" y="55460"/>
                </a:cubicBezTo>
                <a:cubicBezTo>
                  <a:pt x="149049" y="26764"/>
                  <a:pt x="125752" y="3466"/>
                  <a:pt x="97055" y="3466"/>
                </a:cubicBezTo>
                <a:cubicBezTo>
                  <a:pt x="68359" y="3466"/>
                  <a:pt x="45061" y="26764"/>
                  <a:pt x="45061" y="55460"/>
                </a:cubicBezTo>
                <a:cubicBezTo>
                  <a:pt x="45061" y="84156"/>
                  <a:pt x="68359" y="107454"/>
                  <a:pt x="97055" y="107454"/>
                </a:cubicBezTo>
                <a:close/>
                <a:moveTo>
                  <a:pt x="84187" y="131718"/>
                </a:moveTo>
                <a:cubicBezTo>
                  <a:pt x="41508" y="131718"/>
                  <a:pt x="6933" y="166294"/>
                  <a:pt x="6933" y="208972"/>
                </a:cubicBezTo>
                <a:cubicBezTo>
                  <a:pt x="6933" y="216078"/>
                  <a:pt x="12695" y="221841"/>
                  <a:pt x="19801" y="221841"/>
                </a:cubicBezTo>
                <a:lnTo>
                  <a:pt x="174310" y="221841"/>
                </a:lnTo>
                <a:cubicBezTo>
                  <a:pt x="181416" y="221841"/>
                  <a:pt x="187178" y="216078"/>
                  <a:pt x="187178" y="208972"/>
                </a:cubicBezTo>
                <a:cubicBezTo>
                  <a:pt x="187178" y="166294"/>
                  <a:pt x="152602" y="131718"/>
                  <a:pt x="109924" y="131718"/>
                </a:cubicBezTo>
                <a:lnTo>
                  <a:pt x="84187" y="131718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3385527" y="2486466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Hair Salons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5002" y="1705401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817" y="185791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35710" y="2005810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27687" y="6239"/>
                </a:moveTo>
                <a:cubicBezTo>
                  <a:pt x="27340" y="2686"/>
                  <a:pt x="24350" y="0"/>
                  <a:pt x="20798" y="0"/>
                </a:cubicBezTo>
                <a:cubicBezTo>
                  <a:pt x="17245" y="0"/>
                  <a:pt x="14255" y="2686"/>
                  <a:pt x="13865" y="6196"/>
                </a:cubicBezTo>
                <a:lnTo>
                  <a:pt x="7756" y="64862"/>
                </a:lnTo>
                <a:cubicBezTo>
                  <a:pt x="7192" y="67462"/>
                  <a:pt x="6933" y="70105"/>
                  <a:pt x="6933" y="72748"/>
                </a:cubicBezTo>
                <a:cubicBezTo>
                  <a:pt x="6933" y="92636"/>
                  <a:pt x="22141" y="108971"/>
                  <a:pt x="41595" y="110747"/>
                </a:cubicBezTo>
                <a:lnTo>
                  <a:pt x="41595" y="207976"/>
                </a:lnTo>
                <a:cubicBezTo>
                  <a:pt x="41595" y="215645"/>
                  <a:pt x="47791" y="221841"/>
                  <a:pt x="55460" y="221841"/>
                </a:cubicBezTo>
                <a:cubicBezTo>
                  <a:pt x="63129" y="221841"/>
                  <a:pt x="69325" y="215645"/>
                  <a:pt x="69325" y="207976"/>
                </a:cubicBezTo>
                <a:lnTo>
                  <a:pt x="69325" y="110747"/>
                </a:lnTo>
                <a:cubicBezTo>
                  <a:pt x="88780" y="108971"/>
                  <a:pt x="103988" y="92636"/>
                  <a:pt x="103988" y="72748"/>
                </a:cubicBezTo>
                <a:cubicBezTo>
                  <a:pt x="103988" y="70105"/>
                  <a:pt x="103728" y="67462"/>
                  <a:pt x="103165" y="64862"/>
                </a:cubicBezTo>
                <a:lnTo>
                  <a:pt x="97012" y="6196"/>
                </a:lnTo>
                <a:cubicBezTo>
                  <a:pt x="96665" y="2686"/>
                  <a:pt x="93676" y="0"/>
                  <a:pt x="90123" y="0"/>
                </a:cubicBezTo>
                <a:cubicBezTo>
                  <a:pt x="86570" y="0"/>
                  <a:pt x="83580" y="2686"/>
                  <a:pt x="83234" y="6239"/>
                </a:cubicBezTo>
                <a:lnTo>
                  <a:pt x="77341" y="64949"/>
                </a:lnTo>
                <a:cubicBezTo>
                  <a:pt x="77081" y="67419"/>
                  <a:pt x="75001" y="69325"/>
                  <a:pt x="72532" y="69325"/>
                </a:cubicBezTo>
                <a:cubicBezTo>
                  <a:pt x="70018" y="69325"/>
                  <a:pt x="67939" y="67419"/>
                  <a:pt x="67679" y="64906"/>
                </a:cubicBezTo>
                <a:lnTo>
                  <a:pt x="62349" y="6326"/>
                </a:lnTo>
                <a:cubicBezTo>
                  <a:pt x="62046" y="2730"/>
                  <a:pt x="59056" y="0"/>
                  <a:pt x="55460" y="0"/>
                </a:cubicBezTo>
                <a:cubicBezTo>
                  <a:pt x="51864" y="0"/>
                  <a:pt x="48874" y="2730"/>
                  <a:pt x="48571" y="6326"/>
                </a:cubicBezTo>
                <a:lnTo>
                  <a:pt x="43242" y="64906"/>
                </a:lnTo>
                <a:cubicBezTo>
                  <a:pt x="43025" y="67419"/>
                  <a:pt x="40902" y="69325"/>
                  <a:pt x="38389" y="69325"/>
                </a:cubicBezTo>
                <a:cubicBezTo>
                  <a:pt x="35876" y="69325"/>
                  <a:pt x="33796" y="67419"/>
                  <a:pt x="33579" y="64949"/>
                </a:cubicBezTo>
                <a:lnTo>
                  <a:pt x="27687" y="6239"/>
                </a:lnTo>
                <a:close/>
                <a:moveTo>
                  <a:pt x="194111" y="0"/>
                </a:moveTo>
                <a:cubicBezTo>
                  <a:pt x="187178" y="0"/>
                  <a:pt x="138650" y="13865"/>
                  <a:pt x="138650" y="76258"/>
                </a:cubicBezTo>
                <a:lnTo>
                  <a:pt x="138650" y="124785"/>
                </a:lnTo>
                <a:cubicBezTo>
                  <a:pt x="138650" y="140080"/>
                  <a:pt x="151086" y="152516"/>
                  <a:pt x="166381" y="152516"/>
                </a:cubicBezTo>
                <a:lnTo>
                  <a:pt x="180246" y="152516"/>
                </a:lnTo>
                <a:lnTo>
                  <a:pt x="180246" y="207976"/>
                </a:lnTo>
                <a:cubicBezTo>
                  <a:pt x="180246" y="215645"/>
                  <a:pt x="186442" y="221841"/>
                  <a:pt x="194111" y="221841"/>
                </a:cubicBezTo>
                <a:cubicBezTo>
                  <a:pt x="201780" y="221841"/>
                  <a:pt x="207976" y="215645"/>
                  <a:pt x="207976" y="207976"/>
                </a:cubicBezTo>
                <a:lnTo>
                  <a:pt x="207976" y="13865"/>
                </a:lnTo>
                <a:cubicBezTo>
                  <a:pt x="207976" y="6196"/>
                  <a:pt x="201780" y="0"/>
                  <a:pt x="194111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6285922" y="2486466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75397" y="1705401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88212" y="185791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22240" y="2005810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73528" y="98572"/>
                </a:moveTo>
                <a:cubicBezTo>
                  <a:pt x="88390" y="106674"/>
                  <a:pt x="101475" y="117680"/>
                  <a:pt x="112004" y="130851"/>
                </a:cubicBezTo>
                <a:cubicBezTo>
                  <a:pt x="116813" y="136874"/>
                  <a:pt x="121103" y="143373"/>
                  <a:pt x="124742" y="150262"/>
                </a:cubicBezTo>
                <a:cubicBezTo>
                  <a:pt x="128425" y="143373"/>
                  <a:pt x="132671" y="136917"/>
                  <a:pt x="137481" y="130851"/>
                </a:cubicBezTo>
                <a:cubicBezTo>
                  <a:pt x="148009" y="117636"/>
                  <a:pt x="161095" y="106631"/>
                  <a:pt x="175956" y="98572"/>
                </a:cubicBezTo>
                <a:cubicBezTo>
                  <a:pt x="194024" y="88736"/>
                  <a:pt x="214692" y="83190"/>
                  <a:pt x="236486" y="83190"/>
                </a:cubicBezTo>
                <a:lnTo>
                  <a:pt x="240775" y="83190"/>
                </a:lnTo>
                <a:cubicBezTo>
                  <a:pt x="245585" y="83190"/>
                  <a:pt x="249484" y="87090"/>
                  <a:pt x="249484" y="91899"/>
                </a:cubicBezTo>
                <a:cubicBezTo>
                  <a:pt x="249484" y="156025"/>
                  <a:pt x="197534" y="207976"/>
                  <a:pt x="133408" y="207976"/>
                </a:cubicBezTo>
                <a:lnTo>
                  <a:pt x="115990" y="207976"/>
                </a:lnTo>
                <a:cubicBezTo>
                  <a:pt x="51951" y="207976"/>
                  <a:pt x="0" y="156025"/>
                  <a:pt x="0" y="91899"/>
                </a:cubicBezTo>
                <a:cubicBezTo>
                  <a:pt x="0" y="87090"/>
                  <a:pt x="3900" y="83190"/>
                  <a:pt x="8709" y="83190"/>
                </a:cubicBezTo>
                <a:lnTo>
                  <a:pt x="12998" y="83190"/>
                </a:lnTo>
                <a:cubicBezTo>
                  <a:pt x="34836" y="83190"/>
                  <a:pt x="55504" y="88736"/>
                  <a:pt x="73528" y="98572"/>
                </a:cubicBezTo>
                <a:close/>
                <a:moveTo>
                  <a:pt x="131675" y="16465"/>
                </a:moveTo>
                <a:cubicBezTo>
                  <a:pt x="138997" y="23354"/>
                  <a:pt x="158278" y="43935"/>
                  <a:pt x="170237" y="78121"/>
                </a:cubicBezTo>
                <a:cubicBezTo>
                  <a:pt x="152862" y="86873"/>
                  <a:pt x="137394" y="99005"/>
                  <a:pt x="124785" y="113693"/>
                </a:cubicBezTo>
                <a:cubicBezTo>
                  <a:pt x="112134" y="99005"/>
                  <a:pt x="96709" y="86917"/>
                  <a:pt x="79334" y="78121"/>
                </a:cubicBezTo>
                <a:cubicBezTo>
                  <a:pt x="91293" y="43935"/>
                  <a:pt x="110617" y="23354"/>
                  <a:pt x="117896" y="16465"/>
                </a:cubicBezTo>
                <a:cubicBezTo>
                  <a:pt x="119759" y="14688"/>
                  <a:pt x="122229" y="13865"/>
                  <a:pt x="124785" y="13865"/>
                </a:cubicBezTo>
                <a:cubicBezTo>
                  <a:pt x="127342" y="13865"/>
                  <a:pt x="129812" y="14732"/>
                  <a:pt x="131675" y="1646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9186317" y="2486466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4356" y="3054933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7027" y="32074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34920" y="3355342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6933" y="10399"/>
                </a:moveTo>
                <a:cubicBezTo>
                  <a:pt x="6933" y="4636"/>
                  <a:pt x="11569" y="0"/>
                  <a:pt x="17331" y="0"/>
                </a:cubicBezTo>
                <a:lnTo>
                  <a:pt x="204509" y="0"/>
                </a:lnTo>
                <a:cubicBezTo>
                  <a:pt x="210272" y="0"/>
                  <a:pt x="214908" y="4636"/>
                  <a:pt x="214908" y="10399"/>
                </a:cubicBezTo>
                <a:cubicBezTo>
                  <a:pt x="214908" y="16161"/>
                  <a:pt x="210272" y="20798"/>
                  <a:pt x="204509" y="20798"/>
                </a:cubicBezTo>
                <a:lnTo>
                  <a:pt x="201043" y="20798"/>
                </a:lnTo>
                <a:lnTo>
                  <a:pt x="201043" y="201043"/>
                </a:lnTo>
                <a:lnTo>
                  <a:pt x="204509" y="201043"/>
                </a:lnTo>
                <a:cubicBezTo>
                  <a:pt x="210272" y="201043"/>
                  <a:pt x="214908" y="205679"/>
                  <a:pt x="214908" y="211442"/>
                </a:cubicBezTo>
                <a:cubicBezTo>
                  <a:pt x="214908" y="217205"/>
                  <a:pt x="210272" y="221841"/>
                  <a:pt x="204509" y="221841"/>
                </a:cubicBezTo>
                <a:lnTo>
                  <a:pt x="17331" y="221841"/>
                </a:lnTo>
                <a:cubicBezTo>
                  <a:pt x="11569" y="221841"/>
                  <a:pt x="6933" y="217205"/>
                  <a:pt x="6933" y="211442"/>
                </a:cubicBezTo>
                <a:cubicBezTo>
                  <a:pt x="6933" y="205679"/>
                  <a:pt x="11569" y="201043"/>
                  <a:pt x="17331" y="201043"/>
                </a:cubicBezTo>
                <a:lnTo>
                  <a:pt x="20798" y="201043"/>
                </a:lnTo>
                <a:lnTo>
                  <a:pt x="20798" y="20798"/>
                </a:lnTo>
                <a:lnTo>
                  <a:pt x="17331" y="20798"/>
                </a:lnTo>
                <a:cubicBezTo>
                  <a:pt x="11569" y="20798"/>
                  <a:pt x="6933" y="16161"/>
                  <a:pt x="6933" y="10399"/>
                </a:cubicBezTo>
                <a:close/>
                <a:moveTo>
                  <a:pt x="97055" y="48528"/>
                </a:moveTo>
                <a:lnTo>
                  <a:pt x="97055" y="62393"/>
                </a:lnTo>
                <a:cubicBezTo>
                  <a:pt x="97055" y="66206"/>
                  <a:pt x="100175" y="69325"/>
                  <a:pt x="103988" y="69325"/>
                </a:cubicBezTo>
                <a:lnTo>
                  <a:pt x="117853" y="69325"/>
                </a:lnTo>
                <a:cubicBezTo>
                  <a:pt x="121666" y="69325"/>
                  <a:pt x="124785" y="66206"/>
                  <a:pt x="124785" y="62393"/>
                </a:cubicBezTo>
                <a:lnTo>
                  <a:pt x="124785" y="48528"/>
                </a:lnTo>
                <a:cubicBezTo>
                  <a:pt x="124785" y="44715"/>
                  <a:pt x="121666" y="41595"/>
                  <a:pt x="117853" y="41595"/>
                </a:cubicBezTo>
                <a:lnTo>
                  <a:pt x="103988" y="41595"/>
                </a:lnTo>
                <a:cubicBezTo>
                  <a:pt x="100175" y="41595"/>
                  <a:pt x="97055" y="44715"/>
                  <a:pt x="97055" y="48528"/>
                </a:cubicBezTo>
                <a:close/>
                <a:moveTo>
                  <a:pt x="55460" y="41595"/>
                </a:moveTo>
                <a:cubicBezTo>
                  <a:pt x="51647" y="41595"/>
                  <a:pt x="48528" y="44715"/>
                  <a:pt x="48528" y="48528"/>
                </a:cubicBezTo>
                <a:lnTo>
                  <a:pt x="48528" y="62393"/>
                </a:lnTo>
                <a:cubicBezTo>
                  <a:pt x="48528" y="66206"/>
                  <a:pt x="51647" y="69325"/>
                  <a:pt x="55460" y="69325"/>
                </a:cubicBezTo>
                <a:lnTo>
                  <a:pt x="69325" y="69325"/>
                </a:lnTo>
                <a:cubicBezTo>
                  <a:pt x="73138" y="69325"/>
                  <a:pt x="76258" y="66206"/>
                  <a:pt x="76258" y="62393"/>
                </a:cubicBezTo>
                <a:lnTo>
                  <a:pt x="76258" y="48528"/>
                </a:lnTo>
                <a:cubicBezTo>
                  <a:pt x="76258" y="44715"/>
                  <a:pt x="73138" y="41595"/>
                  <a:pt x="69325" y="41595"/>
                </a:cubicBezTo>
                <a:lnTo>
                  <a:pt x="55460" y="41595"/>
                </a:lnTo>
                <a:close/>
                <a:moveTo>
                  <a:pt x="97055" y="90123"/>
                </a:moveTo>
                <a:lnTo>
                  <a:pt x="97055" y="103988"/>
                </a:lnTo>
                <a:cubicBezTo>
                  <a:pt x="97055" y="107801"/>
                  <a:pt x="100175" y="110920"/>
                  <a:pt x="103988" y="110920"/>
                </a:cubicBezTo>
                <a:lnTo>
                  <a:pt x="117853" y="110920"/>
                </a:lnTo>
                <a:cubicBezTo>
                  <a:pt x="121666" y="110920"/>
                  <a:pt x="124785" y="107801"/>
                  <a:pt x="124785" y="103988"/>
                </a:cubicBezTo>
                <a:lnTo>
                  <a:pt x="124785" y="90123"/>
                </a:lnTo>
                <a:cubicBezTo>
                  <a:pt x="124785" y="86310"/>
                  <a:pt x="121666" y="83190"/>
                  <a:pt x="117853" y="83190"/>
                </a:cubicBezTo>
                <a:lnTo>
                  <a:pt x="103988" y="83190"/>
                </a:lnTo>
                <a:cubicBezTo>
                  <a:pt x="100175" y="83190"/>
                  <a:pt x="97055" y="86310"/>
                  <a:pt x="97055" y="90123"/>
                </a:cubicBezTo>
                <a:close/>
                <a:moveTo>
                  <a:pt x="152516" y="41595"/>
                </a:moveTo>
                <a:cubicBezTo>
                  <a:pt x="148703" y="41595"/>
                  <a:pt x="145583" y="44715"/>
                  <a:pt x="145583" y="48528"/>
                </a:cubicBezTo>
                <a:lnTo>
                  <a:pt x="145583" y="62393"/>
                </a:lnTo>
                <a:cubicBezTo>
                  <a:pt x="145583" y="66206"/>
                  <a:pt x="148703" y="69325"/>
                  <a:pt x="152516" y="69325"/>
                </a:cubicBezTo>
                <a:lnTo>
                  <a:pt x="166381" y="69325"/>
                </a:lnTo>
                <a:cubicBezTo>
                  <a:pt x="170193" y="69325"/>
                  <a:pt x="173313" y="66206"/>
                  <a:pt x="173313" y="62393"/>
                </a:cubicBezTo>
                <a:lnTo>
                  <a:pt x="173313" y="48528"/>
                </a:lnTo>
                <a:cubicBezTo>
                  <a:pt x="173313" y="44715"/>
                  <a:pt x="170193" y="41595"/>
                  <a:pt x="166381" y="41595"/>
                </a:cubicBezTo>
                <a:lnTo>
                  <a:pt x="152516" y="41595"/>
                </a:lnTo>
                <a:close/>
                <a:moveTo>
                  <a:pt x="48528" y="90123"/>
                </a:moveTo>
                <a:lnTo>
                  <a:pt x="48528" y="103988"/>
                </a:lnTo>
                <a:cubicBezTo>
                  <a:pt x="48528" y="107801"/>
                  <a:pt x="51647" y="110920"/>
                  <a:pt x="55460" y="110920"/>
                </a:cubicBezTo>
                <a:lnTo>
                  <a:pt x="69325" y="110920"/>
                </a:lnTo>
                <a:cubicBezTo>
                  <a:pt x="73138" y="110920"/>
                  <a:pt x="76258" y="107801"/>
                  <a:pt x="76258" y="103988"/>
                </a:cubicBezTo>
                <a:lnTo>
                  <a:pt x="76258" y="90123"/>
                </a:lnTo>
                <a:cubicBezTo>
                  <a:pt x="76258" y="86310"/>
                  <a:pt x="73138" y="83190"/>
                  <a:pt x="69325" y="83190"/>
                </a:cubicBezTo>
                <a:lnTo>
                  <a:pt x="55460" y="83190"/>
                </a:lnTo>
                <a:cubicBezTo>
                  <a:pt x="51647" y="83190"/>
                  <a:pt x="48528" y="86310"/>
                  <a:pt x="48528" y="90123"/>
                </a:cubicBezTo>
                <a:close/>
                <a:moveTo>
                  <a:pt x="152516" y="83190"/>
                </a:moveTo>
                <a:cubicBezTo>
                  <a:pt x="148703" y="83190"/>
                  <a:pt x="145583" y="86310"/>
                  <a:pt x="145583" y="90123"/>
                </a:cubicBezTo>
                <a:lnTo>
                  <a:pt x="145583" y="103988"/>
                </a:lnTo>
                <a:cubicBezTo>
                  <a:pt x="145583" y="107801"/>
                  <a:pt x="148703" y="110920"/>
                  <a:pt x="152516" y="110920"/>
                </a:cubicBezTo>
                <a:lnTo>
                  <a:pt x="166381" y="110920"/>
                </a:lnTo>
                <a:cubicBezTo>
                  <a:pt x="170193" y="110920"/>
                  <a:pt x="173313" y="107801"/>
                  <a:pt x="173313" y="103988"/>
                </a:cubicBezTo>
                <a:lnTo>
                  <a:pt x="173313" y="90123"/>
                </a:lnTo>
                <a:cubicBezTo>
                  <a:pt x="173313" y="86310"/>
                  <a:pt x="170193" y="83190"/>
                  <a:pt x="166381" y="83190"/>
                </a:cubicBezTo>
                <a:lnTo>
                  <a:pt x="152516" y="83190"/>
                </a:lnTo>
                <a:close/>
                <a:moveTo>
                  <a:pt x="124785" y="166381"/>
                </a:moveTo>
                <a:lnTo>
                  <a:pt x="143763" y="166381"/>
                </a:lnTo>
                <a:cubicBezTo>
                  <a:pt x="148053" y="166381"/>
                  <a:pt x="151346" y="162481"/>
                  <a:pt x="149829" y="158495"/>
                </a:cubicBezTo>
                <a:cubicBezTo>
                  <a:pt x="143850" y="142853"/>
                  <a:pt x="128685" y="131718"/>
                  <a:pt x="110964" y="131718"/>
                </a:cubicBezTo>
                <a:cubicBezTo>
                  <a:pt x="93242" y="131718"/>
                  <a:pt x="78078" y="142853"/>
                  <a:pt x="72098" y="158495"/>
                </a:cubicBezTo>
                <a:cubicBezTo>
                  <a:pt x="70582" y="162481"/>
                  <a:pt x="73875" y="166381"/>
                  <a:pt x="78164" y="166381"/>
                </a:cubicBezTo>
                <a:lnTo>
                  <a:pt x="97142" y="166381"/>
                </a:lnTo>
                <a:lnTo>
                  <a:pt x="97142" y="201043"/>
                </a:lnTo>
                <a:lnTo>
                  <a:pt x="124872" y="201043"/>
                </a:lnTo>
                <a:lnTo>
                  <a:pt x="124872" y="166381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485277" y="3835997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74607" y="3054933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7422" y="32074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49180" y="3355342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69325" y="34663"/>
                </a:moveTo>
                <a:cubicBezTo>
                  <a:pt x="69325" y="19368"/>
                  <a:pt x="81760" y="6933"/>
                  <a:pt x="97055" y="6933"/>
                </a:cubicBezTo>
                <a:cubicBezTo>
                  <a:pt x="112350" y="6933"/>
                  <a:pt x="124785" y="19368"/>
                  <a:pt x="124785" y="34663"/>
                </a:cubicBezTo>
                <a:lnTo>
                  <a:pt x="124785" y="55460"/>
                </a:lnTo>
                <a:lnTo>
                  <a:pt x="69325" y="55460"/>
                </a:lnTo>
                <a:lnTo>
                  <a:pt x="69325" y="34663"/>
                </a:lnTo>
                <a:close/>
                <a:moveTo>
                  <a:pt x="48528" y="55460"/>
                </a:moveTo>
                <a:lnTo>
                  <a:pt x="20798" y="55460"/>
                </a:lnTo>
                <a:cubicBezTo>
                  <a:pt x="9316" y="55460"/>
                  <a:pt x="0" y="64776"/>
                  <a:pt x="0" y="76258"/>
                </a:cubicBezTo>
                <a:lnTo>
                  <a:pt x="0" y="166381"/>
                </a:lnTo>
                <a:cubicBezTo>
                  <a:pt x="0" y="189345"/>
                  <a:pt x="18631" y="207976"/>
                  <a:pt x="41595" y="207976"/>
                </a:cubicBezTo>
                <a:lnTo>
                  <a:pt x="152516" y="207976"/>
                </a:lnTo>
                <a:cubicBezTo>
                  <a:pt x="175480" y="207976"/>
                  <a:pt x="194111" y="189345"/>
                  <a:pt x="194111" y="166381"/>
                </a:cubicBezTo>
                <a:lnTo>
                  <a:pt x="194111" y="76258"/>
                </a:lnTo>
                <a:cubicBezTo>
                  <a:pt x="194111" y="64776"/>
                  <a:pt x="184795" y="55460"/>
                  <a:pt x="173313" y="55460"/>
                </a:cubicBezTo>
                <a:lnTo>
                  <a:pt x="145583" y="55460"/>
                </a:lnTo>
                <a:lnTo>
                  <a:pt x="145583" y="34663"/>
                </a:lnTo>
                <a:cubicBezTo>
                  <a:pt x="145583" y="7842"/>
                  <a:pt x="123876" y="-13865"/>
                  <a:pt x="97055" y="-13865"/>
                </a:cubicBezTo>
                <a:cubicBezTo>
                  <a:pt x="70235" y="-13865"/>
                  <a:pt x="48528" y="7842"/>
                  <a:pt x="48528" y="34663"/>
                </a:cubicBezTo>
                <a:lnTo>
                  <a:pt x="48528" y="55460"/>
                </a:lnTo>
                <a:close/>
                <a:moveTo>
                  <a:pt x="58926" y="76258"/>
                </a:moveTo>
                <a:cubicBezTo>
                  <a:pt x="64666" y="76258"/>
                  <a:pt x="69325" y="80917"/>
                  <a:pt x="69325" y="86657"/>
                </a:cubicBezTo>
                <a:cubicBezTo>
                  <a:pt x="69325" y="92396"/>
                  <a:pt x="64666" y="97055"/>
                  <a:pt x="58926" y="97055"/>
                </a:cubicBezTo>
                <a:cubicBezTo>
                  <a:pt x="53187" y="97055"/>
                  <a:pt x="48528" y="92396"/>
                  <a:pt x="48528" y="86657"/>
                </a:cubicBezTo>
                <a:cubicBezTo>
                  <a:pt x="48528" y="80917"/>
                  <a:pt x="53187" y="76258"/>
                  <a:pt x="58926" y="76258"/>
                </a:cubicBezTo>
                <a:close/>
                <a:moveTo>
                  <a:pt x="124785" y="86657"/>
                </a:moveTo>
                <a:cubicBezTo>
                  <a:pt x="124785" y="80917"/>
                  <a:pt x="129445" y="76258"/>
                  <a:pt x="135184" y="76258"/>
                </a:cubicBezTo>
                <a:cubicBezTo>
                  <a:pt x="140923" y="76258"/>
                  <a:pt x="145583" y="80917"/>
                  <a:pt x="145583" y="86657"/>
                </a:cubicBezTo>
                <a:cubicBezTo>
                  <a:pt x="145583" y="92396"/>
                  <a:pt x="140923" y="97055"/>
                  <a:pt x="135184" y="97055"/>
                </a:cubicBezTo>
                <a:cubicBezTo>
                  <a:pt x="129445" y="97055"/>
                  <a:pt x="124785" y="92396"/>
                  <a:pt x="124785" y="8665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3385527" y="3835997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Stores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5002" y="3054933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817" y="32074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421845" y="335534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55460" y="27730"/>
                </a:moveTo>
                <a:cubicBezTo>
                  <a:pt x="55460" y="12435"/>
                  <a:pt x="67895" y="0"/>
                  <a:pt x="83190" y="0"/>
                </a:cubicBezTo>
                <a:lnTo>
                  <a:pt x="166381" y="0"/>
                </a:lnTo>
                <a:cubicBezTo>
                  <a:pt x="181675" y="0"/>
                  <a:pt x="194111" y="12435"/>
                  <a:pt x="194111" y="27730"/>
                </a:cubicBezTo>
                <a:lnTo>
                  <a:pt x="194111" y="55460"/>
                </a:lnTo>
                <a:lnTo>
                  <a:pt x="221841" y="55460"/>
                </a:lnTo>
                <a:cubicBezTo>
                  <a:pt x="237136" y="55460"/>
                  <a:pt x="249571" y="67895"/>
                  <a:pt x="249571" y="83190"/>
                </a:cubicBezTo>
                <a:lnTo>
                  <a:pt x="249571" y="194111"/>
                </a:lnTo>
                <a:cubicBezTo>
                  <a:pt x="249571" y="209406"/>
                  <a:pt x="237136" y="221841"/>
                  <a:pt x="221841" y="221841"/>
                </a:cubicBezTo>
                <a:lnTo>
                  <a:pt x="27730" y="221841"/>
                </a:lnTo>
                <a:cubicBezTo>
                  <a:pt x="12435" y="221841"/>
                  <a:pt x="0" y="209406"/>
                  <a:pt x="0" y="194111"/>
                </a:cubicBezTo>
                <a:lnTo>
                  <a:pt x="0" y="83190"/>
                </a:lnTo>
                <a:cubicBezTo>
                  <a:pt x="0" y="67895"/>
                  <a:pt x="12435" y="55460"/>
                  <a:pt x="27730" y="55460"/>
                </a:cubicBezTo>
                <a:lnTo>
                  <a:pt x="55460" y="55460"/>
                </a:lnTo>
                <a:lnTo>
                  <a:pt x="55460" y="27730"/>
                </a:lnTo>
                <a:close/>
                <a:moveTo>
                  <a:pt x="117853" y="152516"/>
                </a:moveTo>
                <a:cubicBezTo>
                  <a:pt x="110184" y="152516"/>
                  <a:pt x="103988" y="158711"/>
                  <a:pt x="103988" y="166381"/>
                </a:cubicBezTo>
                <a:lnTo>
                  <a:pt x="103988" y="201043"/>
                </a:lnTo>
                <a:lnTo>
                  <a:pt x="145583" y="201043"/>
                </a:lnTo>
                <a:lnTo>
                  <a:pt x="145583" y="166381"/>
                </a:lnTo>
                <a:cubicBezTo>
                  <a:pt x="145583" y="158711"/>
                  <a:pt x="139387" y="152516"/>
                  <a:pt x="131718" y="152516"/>
                </a:cubicBezTo>
                <a:lnTo>
                  <a:pt x="117853" y="152516"/>
                </a:lnTo>
                <a:close/>
                <a:moveTo>
                  <a:pt x="55460" y="159448"/>
                </a:moveTo>
                <a:lnTo>
                  <a:pt x="55460" y="145583"/>
                </a:lnTo>
                <a:cubicBezTo>
                  <a:pt x="55460" y="141770"/>
                  <a:pt x="52341" y="138650"/>
                  <a:pt x="48528" y="138650"/>
                </a:cubicBezTo>
                <a:lnTo>
                  <a:pt x="34663" y="138650"/>
                </a:lnTo>
                <a:cubicBezTo>
                  <a:pt x="30850" y="138650"/>
                  <a:pt x="27730" y="141770"/>
                  <a:pt x="27730" y="145583"/>
                </a:cubicBezTo>
                <a:lnTo>
                  <a:pt x="27730" y="159448"/>
                </a:lnTo>
                <a:cubicBezTo>
                  <a:pt x="27730" y="163261"/>
                  <a:pt x="30850" y="166381"/>
                  <a:pt x="34663" y="166381"/>
                </a:cubicBezTo>
                <a:lnTo>
                  <a:pt x="48528" y="166381"/>
                </a:lnTo>
                <a:cubicBezTo>
                  <a:pt x="52341" y="166381"/>
                  <a:pt x="55460" y="163261"/>
                  <a:pt x="55460" y="159448"/>
                </a:cubicBezTo>
                <a:close/>
                <a:moveTo>
                  <a:pt x="48528" y="110920"/>
                </a:moveTo>
                <a:cubicBezTo>
                  <a:pt x="52341" y="110920"/>
                  <a:pt x="55460" y="107801"/>
                  <a:pt x="55460" y="103988"/>
                </a:cubicBezTo>
                <a:lnTo>
                  <a:pt x="55460" y="90123"/>
                </a:lnTo>
                <a:cubicBezTo>
                  <a:pt x="55460" y="86310"/>
                  <a:pt x="52341" y="83190"/>
                  <a:pt x="48528" y="83190"/>
                </a:cubicBezTo>
                <a:lnTo>
                  <a:pt x="34663" y="83190"/>
                </a:lnTo>
                <a:cubicBezTo>
                  <a:pt x="30850" y="83190"/>
                  <a:pt x="27730" y="86310"/>
                  <a:pt x="27730" y="90123"/>
                </a:cubicBezTo>
                <a:lnTo>
                  <a:pt x="27730" y="103988"/>
                </a:lnTo>
                <a:cubicBezTo>
                  <a:pt x="27730" y="107801"/>
                  <a:pt x="30850" y="110920"/>
                  <a:pt x="34663" y="110920"/>
                </a:cubicBezTo>
                <a:lnTo>
                  <a:pt x="48528" y="110920"/>
                </a:lnTo>
                <a:close/>
                <a:moveTo>
                  <a:pt x="221841" y="159448"/>
                </a:moveTo>
                <a:lnTo>
                  <a:pt x="221841" y="145583"/>
                </a:lnTo>
                <a:cubicBezTo>
                  <a:pt x="221841" y="141770"/>
                  <a:pt x="218721" y="138650"/>
                  <a:pt x="214908" y="138650"/>
                </a:cubicBezTo>
                <a:lnTo>
                  <a:pt x="201043" y="138650"/>
                </a:lnTo>
                <a:cubicBezTo>
                  <a:pt x="197230" y="138650"/>
                  <a:pt x="194111" y="141770"/>
                  <a:pt x="194111" y="145583"/>
                </a:cubicBezTo>
                <a:lnTo>
                  <a:pt x="194111" y="159448"/>
                </a:lnTo>
                <a:cubicBezTo>
                  <a:pt x="194111" y="163261"/>
                  <a:pt x="197230" y="166381"/>
                  <a:pt x="201043" y="166381"/>
                </a:cubicBezTo>
                <a:lnTo>
                  <a:pt x="214908" y="166381"/>
                </a:lnTo>
                <a:cubicBezTo>
                  <a:pt x="218721" y="166381"/>
                  <a:pt x="221841" y="163261"/>
                  <a:pt x="221841" y="159448"/>
                </a:cubicBezTo>
                <a:close/>
                <a:moveTo>
                  <a:pt x="214908" y="110920"/>
                </a:moveTo>
                <a:cubicBezTo>
                  <a:pt x="218721" y="110920"/>
                  <a:pt x="221841" y="107801"/>
                  <a:pt x="221841" y="103988"/>
                </a:cubicBezTo>
                <a:lnTo>
                  <a:pt x="221841" y="90123"/>
                </a:lnTo>
                <a:cubicBezTo>
                  <a:pt x="221841" y="86310"/>
                  <a:pt x="218721" y="83190"/>
                  <a:pt x="214908" y="83190"/>
                </a:cubicBezTo>
                <a:lnTo>
                  <a:pt x="201043" y="83190"/>
                </a:lnTo>
                <a:cubicBezTo>
                  <a:pt x="197230" y="83190"/>
                  <a:pt x="194111" y="86310"/>
                  <a:pt x="194111" y="90123"/>
                </a:cubicBezTo>
                <a:lnTo>
                  <a:pt x="194111" y="103988"/>
                </a:lnTo>
                <a:cubicBezTo>
                  <a:pt x="194111" y="107801"/>
                  <a:pt x="197230" y="110920"/>
                  <a:pt x="201043" y="110920"/>
                </a:cubicBezTo>
                <a:lnTo>
                  <a:pt x="214908" y="110920"/>
                </a:lnTo>
                <a:close/>
                <a:moveTo>
                  <a:pt x="114387" y="45061"/>
                </a:moveTo>
                <a:lnTo>
                  <a:pt x="114387" y="58926"/>
                </a:lnTo>
                <a:lnTo>
                  <a:pt x="100522" y="58926"/>
                </a:lnTo>
                <a:cubicBezTo>
                  <a:pt x="96709" y="58926"/>
                  <a:pt x="93589" y="62046"/>
                  <a:pt x="93589" y="65859"/>
                </a:cubicBezTo>
                <a:lnTo>
                  <a:pt x="93589" y="72792"/>
                </a:lnTo>
                <a:cubicBezTo>
                  <a:pt x="93589" y="76604"/>
                  <a:pt x="96709" y="79724"/>
                  <a:pt x="100522" y="79724"/>
                </a:cubicBezTo>
                <a:lnTo>
                  <a:pt x="114387" y="79724"/>
                </a:lnTo>
                <a:lnTo>
                  <a:pt x="114387" y="93589"/>
                </a:lnTo>
                <a:cubicBezTo>
                  <a:pt x="114387" y="97402"/>
                  <a:pt x="117506" y="100522"/>
                  <a:pt x="121319" y="100522"/>
                </a:cubicBezTo>
                <a:lnTo>
                  <a:pt x="128252" y="100522"/>
                </a:lnTo>
                <a:cubicBezTo>
                  <a:pt x="132065" y="100522"/>
                  <a:pt x="135184" y="97402"/>
                  <a:pt x="135184" y="93589"/>
                </a:cubicBezTo>
                <a:lnTo>
                  <a:pt x="135184" y="79724"/>
                </a:lnTo>
                <a:lnTo>
                  <a:pt x="149049" y="79724"/>
                </a:lnTo>
                <a:cubicBezTo>
                  <a:pt x="152862" y="79724"/>
                  <a:pt x="155982" y="76604"/>
                  <a:pt x="155982" y="72792"/>
                </a:cubicBezTo>
                <a:lnTo>
                  <a:pt x="155982" y="65859"/>
                </a:lnTo>
                <a:cubicBezTo>
                  <a:pt x="155982" y="62046"/>
                  <a:pt x="152862" y="58926"/>
                  <a:pt x="149049" y="58926"/>
                </a:cubicBezTo>
                <a:lnTo>
                  <a:pt x="135184" y="58926"/>
                </a:lnTo>
                <a:lnTo>
                  <a:pt x="135184" y="45061"/>
                </a:lnTo>
                <a:cubicBezTo>
                  <a:pt x="135184" y="41249"/>
                  <a:pt x="132065" y="38129"/>
                  <a:pt x="128252" y="38129"/>
                </a:cubicBezTo>
                <a:lnTo>
                  <a:pt x="121319" y="38129"/>
                </a:lnTo>
                <a:cubicBezTo>
                  <a:pt x="117506" y="38129"/>
                  <a:pt x="114387" y="41249"/>
                  <a:pt x="114387" y="45061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4" name="Text 32"/>
          <p:cNvSpPr/>
          <p:nvPr/>
        </p:nvSpPr>
        <p:spPr>
          <a:xfrm>
            <a:off x="6285922" y="3835997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Offices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75397" y="3054933"/>
            <a:ext cx="2745280" cy="1192394"/>
          </a:xfrm>
          <a:custGeom>
            <a:avLst/>
            <a:gdLst/>
            <a:ahLst/>
            <a:cxnLst/>
            <a:rect l="l" t="t" r="r" b="b"/>
            <a:pathLst>
              <a:path w="2745280" h="1192394">
                <a:moveTo>
                  <a:pt x="110917" y="0"/>
                </a:moveTo>
                <a:lnTo>
                  <a:pt x="2634363" y="0"/>
                </a:lnTo>
                <a:cubicBezTo>
                  <a:pt x="2695580" y="0"/>
                  <a:pt x="2745280" y="49700"/>
                  <a:pt x="2745280" y="110917"/>
                </a:cubicBezTo>
                <a:lnTo>
                  <a:pt x="2745280" y="1081478"/>
                </a:lnTo>
                <a:cubicBezTo>
                  <a:pt x="2745280" y="1142694"/>
                  <a:pt x="2695580" y="1192394"/>
                  <a:pt x="2634363" y="1192394"/>
                </a:cubicBezTo>
                <a:lnTo>
                  <a:pt x="110917" y="1192394"/>
                </a:lnTo>
                <a:cubicBezTo>
                  <a:pt x="49700" y="1192394"/>
                  <a:pt x="0" y="1142694"/>
                  <a:pt x="0" y="1081478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88212" y="32074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349970" y="3355342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0" y="110920"/>
                </a:moveTo>
                <a:cubicBezTo>
                  <a:pt x="0" y="97529"/>
                  <a:pt x="10872" y="86657"/>
                  <a:pt x="24264" y="86657"/>
                </a:cubicBezTo>
                <a:cubicBezTo>
                  <a:pt x="37655" y="86657"/>
                  <a:pt x="48528" y="97529"/>
                  <a:pt x="48528" y="110920"/>
                </a:cubicBezTo>
                <a:cubicBezTo>
                  <a:pt x="48528" y="124312"/>
                  <a:pt x="37655" y="135184"/>
                  <a:pt x="24264" y="135184"/>
                </a:cubicBezTo>
                <a:cubicBezTo>
                  <a:pt x="10872" y="135184"/>
                  <a:pt x="0" y="124312"/>
                  <a:pt x="0" y="110920"/>
                </a:cubicBezTo>
                <a:close/>
                <a:moveTo>
                  <a:pt x="72792" y="110920"/>
                </a:moveTo>
                <a:cubicBezTo>
                  <a:pt x="72792" y="97529"/>
                  <a:pt x="83664" y="86657"/>
                  <a:pt x="97055" y="86657"/>
                </a:cubicBezTo>
                <a:cubicBezTo>
                  <a:pt x="110447" y="86657"/>
                  <a:pt x="121319" y="97529"/>
                  <a:pt x="121319" y="110920"/>
                </a:cubicBezTo>
                <a:cubicBezTo>
                  <a:pt x="121319" y="124312"/>
                  <a:pt x="110447" y="135184"/>
                  <a:pt x="97055" y="135184"/>
                </a:cubicBezTo>
                <a:cubicBezTo>
                  <a:pt x="83664" y="135184"/>
                  <a:pt x="72792" y="124312"/>
                  <a:pt x="72792" y="110920"/>
                </a:cubicBezTo>
                <a:close/>
                <a:moveTo>
                  <a:pt x="169847" y="86657"/>
                </a:moveTo>
                <a:cubicBezTo>
                  <a:pt x="183238" y="86657"/>
                  <a:pt x="194111" y="97529"/>
                  <a:pt x="194111" y="110920"/>
                </a:cubicBezTo>
                <a:cubicBezTo>
                  <a:pt x="194111" y="124312"/>
                  <a:pt x="183238" y="135184"/>
                  <a:pt x="169847" y="135184"/>
                </a:cubicBezTo>
                <a:cubicBezTo>
                  <a:pt x="156455" y="135184"/>
                  <a:pt x="145583" y="124312"/>
                  <a:pt x="145583" y="110920"/>
                </a:cubicBezTo>
                <a:cubicBezTo>
                  <a:pt x="145583" y="97529"/>
                  <a:pt x="156455" y="86657"/>
                  <a:pt x="169847" y="8665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9186317" y="3835997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More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74356" y="4404464"/>
            <a:ext cx="5629210" cy="2079757"/>
          </a:xfrm>
          <a:custGeom>
            <a:avLst/>
            <a:gdLst/>
            <a:ahLst/>
            <a:cxnLst/>
            <a:rect l="l" t="t" r="r" b="b"/>
            <a:pathLst>
              <a:path w="5629210" h="2079757">
                <a:moveTo>
                  <a:pt x="110913" y="0"/>
                </a:moveTo>
                <a:lnTo>
                  <a:pt x="5518297" y="0"/>
                </a:lnTo>
                <a:cubicBezTo>
                  <a:pt x="5579552" y="0"/>
                  <a:pt x="5629210" y="49658"/>
                  <a:pt x="5629210" y="110913"/>
                </a:cubicBezTo>
                <a:lnTo>
                  <a:pt x="5629210" y="1968844"/>
                </a:lnTo>
                <a:cubicBezTo>
                  <a:pt x="5629210" y="2030100"/>
                  <a:pt x="5579552" y="2079757"/>
                  <a:pt x="5518297" y="2079757"/>
                </a:cubicBezTo>
                <a:lnTo>
                  <a:pt x="110913" y="2079757"/>
                </a:lnTo>
                <a:cubicBezTo>
                  <a:pt x="49658" y="2079757"/>
                  <a:pt x="0" y="2030100"/>
                  <a:pt x="0" y="1968844"/>
                </a:cubicBezTo>
                <a:lnTo>
                  <a:pt x="0" y="110913"/>
                </a:lnTo>
                <a:cubicBezTo>
                  <a:pt x="0" y="49658"/>
                  <a:pt x="49658" y="0"/>
                  <a:pt x="11091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0819" y="4630926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110920" y="0"/>
                </a:moveTo>
                <a:lnTo>
                  <a:pt x="480655" y="0"/>
                </a:lnTo>
                <a:cubicBezTo>
                  <a:pt x="541915" y="0"/>
                  <a:pt x="591575" y="49661"/>
                  <a:pt x="591575" y="110920"/>
                </a:cubicBezTo>
                <a:lnTo>
                  <a:pt x="591575" y="480655"/>
                </a:lnTo>
                <a:cubicBezTo>
                  <a:pt x="591575" y="541915"/>
                  <a:pt x="541915" y="591575"/>
                  <a:pt x="480655" y="591575"/>
                </a:cubicBezTo>
                <a:lnTo>
                  <a:pt x="110920" y="591575"/>
                </a:lnTo>
                <a:cubicBezTo>
                  <a:pt x="49661" y="591575"/>
                  <a:pt x="0" y="541915"/>
                  <a:pt x="0" y="480655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0267" y="4788064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34663" y="34663"/>
                </a:moveTo>
                <a:cubicBezTo>
                  <a:pt x="34663" y="25076"/>
                  <a:pt x="26918" y="17331"/>
                  <a:pt x="17331" y="17331"/>
                </a:cubicBezTo>
                <a:cubicBezTo>
                  <a:pt x="7745" y="17331"/>
                  <a:pt x="0" y="25076"/>
                  <a:pt x="0" y="34663"/>
                </a:cubicBezTo>
                <a:lnTo>
                  <a:pt x="0" y="216641"/>
                </a:lnTo>
                <a:cubicBezTo>
                  <a:pt x="0" y="240580"/>
                  <a:pt x="19389" y="259970"/>
                  <a:pt x="43328" y="259970"/>
                </a:cubicBezTo>
                <a:lnTo>
                  <a:pt x="259970" y="259970"/>
                </a:lnTo>
                <a:cubicBezTo>
                  <a:pt x="269556" y="259970"/>
                  <a:pt x="277301" y="252225"/>
                  <a:pt x="277301" y="242638"/>
                </a:cubicBezTo>
                <a:cubicBezTo>
                  <a:pt x="277301" y="233052"/>
                  <a:pt x="269556" y="225307"/>
                  <a:pt x="259970" y="225307"/>
                </a:cubicBezTo>
                <a:lnTo>
                  <a:pt x="43328" y="225307"/>
                </a:lnTo>
                <a:cubicBezTo>
                  <a:pt x="38562" y="225307"/>
                  <a:pt x="34663" y="221408"/>
                  <a:pt x="34663" y="216641"/>
                </a:cubicBezTo>
                <a:lnTo>
                  <a:pt x="34663" y="34663"/>
                </a:lnTo>
                <a:close/>
                <a:moveTo>
                  <a:pt x="254879" y="81565"/>
                </a:moveTo>
                <a:cubicBezTo>
                  <a:pt x="261649" y="74795"/>
                  <a:pt x="261649" y="63801"/>
                  <a:pt x="254879" y="57031"/>
                </a:cubicBezTo>
                <a:cubicBezTo>
                  <a:pt x="248109" y="50261"/>
                  <a:pt x="237114" y="50261"/>
                  <a:pt x="230344" y="57031"/>
                </a:cubicBezTo>
                <a:lnTo>
                  <a:pt x="173313" y="114116"/>
                </a:lnTo>
                <a:lnTo>
                  <a:pt x="142225" y="83082"/>
                </a:lnTo>
                <a:cubicBezTo>
                  <a:pt x="135455" y="76312"/>
                  <a:pt x="124460" y="76312"/>
                  <a:pt x="117690" y="83082"/>
                </a:cubicBezTo>
                <a:lnTo>
                  <a:pt x="65697" y="135076"/>
                </a:lnTo>
                <a:cubicBezTo>
                  <a:pt x="58926" y="141846"/>
                  <a:pt x="58926" y="152841"/>
                  <a:pt x="65697" y="159611"/>
                </a:cubicBezTo>
                <a:cubicBezTo>
                  <a:pt x="72467" y="166381"/>
                  <a:pt x="83461" y="166381"/>
                  <a:pt x="90231" y="159611"/>
                </a:cubicBezTo>
                <a:lnTo>
                  <a:pt x="129985" y="119857"/>
                </a:lnTo>
                <a:lnTo>
                  <a:pt x="161073" y="150945"/>
                </a:lnTo>
                <a:cubicBezTo>
                  <a:pt x="167843" y="157715"/>
                  <a:pt x="178837" y="157715"/>
                  <a:pt x="185608" y="150945"/>
                </a:cubicBezTo>
                <a:lnTo>
                  <a:pt x="254933" y="8162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2" name="Text 40"/>
          <p:cNvSpPr/>
          <p:nvPr/>
        </p:nvSpPr>
        <p:spPr>
          <a:xfrm>
            <a:off x="1340288" y="4630926"/>
            <a:ext cx="255116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Salon Market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340288" y="4852767"/>
            <a:ext cx="2643603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$265B → $523B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0819" y="5370396"/>
            <a:ext cx="525023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salon industry alone represents a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opportunity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projected to nearly double by 2034. This is just one vertical of many.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3489" y="4404464"/>
            <a:ext cx="5629210" cy="2079757"/>
          </a:xfrm>
          <a:custGeom>
            <a:avLst/>
            <a:gdLst/>
            <a:ahLst/>
            <a:cxnLst/>
            <a:rect l="l" t="t" r="r" b="b"/>
            <a:pathLst>
              <a:path w="5629210" h="2079757">
                <a:moveTo>
                  <a:pt x="110913" y="0"/>
                </a:moveTo>
                <a:lnTo>
                  <a:pt x="5518297" y="0"/>
                </a:lnTo>
                <a:cubicBezTo>
                  <a:pt x="5579552" y="0"/>
                  <a:pt x="5629210" y="49658"/>
                  <a:pt x="5629210" y="110913"/>
                </a:cubicBezTo>
                <a:lnTo>
                  <a:pt x="5629210" y="1968844"/>
                </a:lnTo>
                <a:cubicBezTo>
                  <a:pt x="5629210" y="2030100"/>
                  <a:pt x="5579552" y="2079757"/>
                  <a:pt x="5518297" y="2079757"/>
                </a:cubicBezTo>
                <a:lnTo>
                  <a:pt x="110913" y="2079757"/>
                </a:lnTo>
                <a:cubicBezTo>
                  <a:pt x="49658" y="2079757"/>
                  <a:pt x="0" y="2030100"/>
                  <a:pt x="0" y="1968844"/>
                </a:cubicBezTo>
                <a:lnTo>
                  <a:pt x="0" y="110913"/>
                </a:lnTo>
                <a:cubicBezTo>
                  <a:pt x="0" y="49658"/>
                  <a:pt x="49658" y="0"/>
                  <a:pt x="110913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951" y="4630926"/>
            <a:ext cx="52687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Salons Are Perfect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38438" y="5074608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8" name="Text 46"/>
          <p:cNvSpPr/>
          <p:nvPr/>
        </p:nvSpPr>
        <p:spPr>
          <a:xfrm>
            <a:off x="6715739" y="5037635"/>
            <a:ext cx="327215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call volume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appointments and inquiries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8438" y="5407369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50" name="Text 48"/>
          <p:cNvSpPr/>
          <p:nvPr/>
        </p:nvSpPr>
        <p:spPr>
          <a:xfrm>
            <a:off x="6715739" y="5370396"/>
            <a:ext cx="328139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questions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about services and pricing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38438" y="5740130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52" name="Text 50"/>
          <p:cNvSpPr/>
          <p:nvPr/>
        </p:nvSpPr>
        <p:spPr>
          <a:xfrm>
            <a:off x="6715739" y="5703157"/>
            <a:ext cx="303182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Walk-in customers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can scan QR codes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38438" y="6072892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54" name="Text 52"/>
          <p:cNvSpPr/>
          <p:nvPr/>
        </p:nvSpPr>
        <p:spPr>
          <a:xfrm>
            <a:off x="6715739" y="6035918"/>
            <a:ext cx="317047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for AI automation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structured data</a:t>
            </a:r>
            <a:endParaRPr lang="en-US" sz="1600" dirty="0"/>
          </a:p>
        </p:txBody>
      </p:sp>
      <p:pic>
        <p:nvPicPr>
          <p:cNvPr id="55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8212" y="-89251"/>
            <a:ext cx="1338167" cy="173138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https://kimi-img.moonshot.cn/pub/slides/okc/7nb4wss7tyqew/salon_storefront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98" b="798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79813" y="379813"/>
            <a:ext cx="1690168" cy="303850"/>
          </a:xfrm>
          <a:custGeom>
            <a:avLst/>
            <a:gdLst/>
            <a:ahLst/>
            <a:cxnLst/>
            <a:rect l="l" t="t" r="r" b="b"/>
            <a:pathLst>
              <a:path w="1690168" h="303850">
                <a:moveTo>
                  <a:pt x="151925" y="0"/>
                </a:moveTo>
                <a:lnTo>
                  <a:pt x="1538243" y="0"/>
                </a:lnTo>
                <a:cubicBezTo>
                  <a:pt x="1622093" y="0"/>
                  <a:pt x="1690168" y="68075"/>
                  <a:pt x="1690168" y="151925"/>
                </a:cubicBezTo>
                <a:lnTo>
                  <a:pt x="1690168" y="151925"/>
                </a:lnTo>
                <a:cubicBezTo>
                  <a:pt x="1690168" y="235775"/>
                  <a:pt x="1622093" y="303850"/>
                  <a:pt x="1538243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31738" y="446280"/>
            <a:ext cx="1457681" cy="161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9813" y="797607"/>
            <a:ext cx="1166026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Nail Salon 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9813" y="1329346"/>
            <a:ext cx="1152732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Vegas test vertical—proving the model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561" y="1751888"/>
            <a:ext cx="5611738" cy="4339364"/>
          </a:xfrm>
          <a:custGeom>
            <a:avLst/>
            <a:gdLst/>
            <a:ahLst/>
            <a:cxnLst/>
            <a:rect l="l" t="t" r="r" b="b"/>
            <a:pathLst>
              <a:path w="5611738" h="4339364">
                <a:moveTo>
                  <a:pt x="113952" y="0"/>
                </a:moveTo>
                <a:lnTo>
                  <a:pt x="5497787" y="0"/>
                </a:lnTo>
                <a:cubicBezTo>
                  <a:pt x="5560720" y="0"/>
                  <a:pt x="5611738" y="51018"/>
                  <a:pt x="5611738" y="113952"/>
                </a:cubicBezTo>
                <a:lnTo>
                  <a:pt x="5611738" y="4225413"/>
                </a:lnTo>
                <a:cubicBezTo>
                  <a:pt x="5611738" y="4288347"/>
                  <a:pt x="5560720" y="4339364"/>
                  <a:pt x="5497787" y="4339364"/>
                </a:cubicBezTo>
                <a:lnTo>
                  <a:pt x="113952" y="4339364"/>
                </a:lnTo>
                <a:cubicBezTo>
                  <a:pt x="51018" y="4339364"/>
                  <a:pt x="0" y="4288347"/>
                  <a:pt x="0" y="4225413"/>
                </a:cubicBezTo>
                <a:lnTo>
                  <a:pt x="0" y="113952"/>
                </a:lnTo>
                <a:cubicBezTo>
                  <a:pt x="0" y="51060"/>
                  <a:pt x="51060" y="0"/>
                  <a:pt x="113952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196" y="1984523"/>
            <a:ext cx="5260411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Process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196" y="2478280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3" name="Text 10"/>
          <p:cNvSpPr/>
          <p:nvPr/>
        </p:nvSpPr>
        <p:spPr>
          <a:xfrm>
            <a:off x="792266" y="2573234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4897" y="2478280"/>
            <a:ext cx="261121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Businesses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24897" y="2782131"/>
            <a:ext cx="2601720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salons via Google Places API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7196" y="3161944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7" name="Text 14"/>
          <p:cNvSpPr/>
          <p:nvPr/>
        </p:nvSpPr>
        <p:spPr>
          <a:xfrm>
            <a:off x="792266" y="3256897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4897" y="3161944"/>
            <a:ext cx="273465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Pull Reviews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24897" y="3465794"/>
            <a:ext cx="272515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customer feedback and insights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196" y="3845607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1" name="Text 18"/>
          <p:cNvSpPr/>
          <p:nvPr/>
        </p:nvSpPr>
        <p:spPr>
          <a:xfrm>
            <a:off x="792266" y="3940561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24897" y="3845607"/>
            <a:ext cx="273465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with AI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4897" y="4149458"/>
            <a:ext cx="272515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industry insights and patterns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196" y="4529271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5" name="Text 22"/>
          <p:cNvSpPr/>
          <p:nvPr/>
        </p:nvSpPr>
        <p:spPr>
          <a:xfrm>
            <a:off x="792266" y="4624224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24897" y="4529271"/>
            <a:ext cx="2459290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AI Assistant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24897" y="4833121"/>
            <a:ext cx="244979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voice AI with business data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93475" y="1751888"/>
            <a:ext cx="5611738" cy="4339364"/>
          </a:xfrm>
          <a:custGeom>
            <a:avLst/>
            <a:gdLst/>
            <a:ahLst/>
            <a:cxnLst/>
            <a:rect l="l" t="t" r="r" b="b"/>
            <a:pathLst>
              <a:path w="5611738" h="4339364">
                <a:moveTo>
                  <a:pt x="113952" y="0"/>
                </a:moveTo>
                <a:lnTo>
                  <a:pt x="5497787" y="0"/>
                </a:lnTo>
                <a:cubicBezTo>
                  <a:pt x="5560720" y="0"/>
                  <a:pt x="5611738" y="51018"/>
                  <a:pt x="5611738" y="113952"/>
                </a:cubicBezTo>
                <a:lnTo>
                  <a:pt x="5611738" y="4225413"/>
                </a:lnTo>
                <a:cubicBezTo>
                  <a:pt x="5611738" y="4288347"/>
                  <a:pt x="5560720" y="4339364"/>
                  <a:pt x="5497787" y="4339364"/>
                </a:cubicBezTo>
                <a:lnTo>
                  <a:pt x="113952" y="4339364"/>
                </a:lnTo>
                <a:cubicBezTo>
                  <a:pt x="51018" y="4339364"/>
                  <a:pt x="0" y="4288347"/>
                  <a:pt x="0" y="4225413"/>
                </a:cubicBezTo>
                <a:lnTo>
                  <a:pt x="0" y="113952"/>
                </a:lnTo>
                <a:cubicBezTo>
                  <a:pt x="0" y="51060"/>
                  <a:pt x="51060" y="0"/>
                  <a:pt x="11395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26111" y="1984523"/>
            <a:ext cx="5260411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Salons Get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26111" y="2478280"/>
            <a:ext cx="5146467" cy="1101458"/>
          </a:xfrm>
          <a:custGeom>
            <a:avLst/>
            <a:gdLst/>
            <a:ahLst/>
            <a:cxnLst/>
            <a:rect l="l" t="t" r="r" b="b"/>
            <a:pathLst>
              <a:path w="5146467" h="1101458">
                <a:moveTo>
                  <a:pt x="75968" y="0"/>
                </a:moveTo>
                <a:lnTo>
                  <a:pt x="5070500" y="0"/>
                </a:lnTo>
                <a:cubicBezTo>
                  <a:pt x="5112455" y="0"/>
                  <a:pt x="5146467" y="34012"/>
                  <a:pt x="5146467" y="75968"/>
                </a:cubicBezTo>
                <a:lnTo>
                  <a:pt x="5146467" y="1025490"/>
                </a:lnTo>
                <a:cubicBezTo>
                  <a:pt x="5146467" y="1067446"/>
                  <a:pt x="5112455" y="1101458"/>
                  <a:pt x="5070500" y="1101458"/>
                </a:cubicBezTo>
                <a:lnTo>
                  <a:pt x="75968" y="1101458"/>
                </a:lnTo>
                <a:cubicBezTo>
                  <a:pt x="34012" y="1101458"/>
                  <a:pt x="0" y="1067446"/>
                  <a:pt x="0" y="1025490"/>
                </a:cubicBezTo>
                <a:lnTo>
                  <a:pt x="0" y="75968"/>
                </a:lnTo>
                <a:cubicBezTo>
                  <a:pt x="0" y="34012"/>
                  <a:pt x="34012" y="0"/>
                  <a:pt x="759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620765" y="2649196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99701" y="28486"/>
                </a:moveTo>
                <a:cubicBezTo>
                  <a:pt x="64539" y="28486"/>
                  <a:pt x="35296" y="53990"/>
                  <a:pt x="29510" y="87550"/>
                </a:cubicBezTo>
                <a:cubicBezTo>
                  <a:pt x="33649" y="86215"/>
                  <a:pt x="38100" y="85458"/>
                  <a:pt x="42729" y="85458"/>
                </a:cubicBezTo>
                <a:lnTo>
                  <a:pt x="49850" y="85458"/>
                </a:lnTo>
                <a:cubicBezTo>
                  <a:pt x="61645" y="85458"/>
                  <a:pt x="71215" y="95027"/>
                  <a:pt x="71215" y="106822"/>
                </a:cubicBezTo>
                <a:lnTo>
                  <a:pt x="71215" y="149551"/>
                </a:lnTo>
                <a:cubicBezTo>
                  <a:pt x="71215" y="161346"/>
                  <a:pt x="61645" y="170916"/>
                  <a:pt x="49850" y="170916"/>
                </a:cubicBezTo>
                <a:lnTo>
                  <a:pt x="42729" y="170916"/>
                </a:lnTo>
                <a:cubicBezTo>
                  <a:pt x="19139" y="170916"/>
                  <a:pt x="0" y="151777"/>
                  <a:pt x="0" y="128187"/>
                </a:cubicBezTo>
                <a:lnTo>
                  <a:pt x="0" y="99701"/>
                </a:lnTo>
                <a:cubicBezTo>
                  <a:pt x="0" y="44643"/>
                  <a:pt x="44643" y="0"/>
                  <a:pt x="99701" y="0"/>
                </a:cubicBezTo>
                <a:cubicBezTo>
                  <a:pt x="154759" y="0"/>
                  <a:pt x="199402" y="44643"/>
                  <a:pt x="199402" y="99701"/>
                </a:cubicBezTo>
                <a:lnTo>
                  <a:pt x="199402" y="174521"/>
                </a:lnTo>
                <a:cubicBezTo>
                  <a:pt x="199402" y="204031"/>
                  <a:pt x="175456" y="227932"/>
                  <a:pt x="145946" y="227932"/>
                </a:cubicBezTo>
                <a:lnTo>
                  <a:pt x="106822" y="227888"/>
                </a:lnTo>
                <a:lnTo>
                  <a:pt x="92579" y="227888"/>
                </a:lnTo>
                <a:cubicBezTo>
                  <a:pt x="80784" y="227888"/>
                  <a:pt x="71215" y="218318"/>
                  <a:pt x="71215" y="206523"/>
                </a:cubicBezTo>
                <a:cubicBezTo>
                  <a:pt x="71215" y="194728"/>
                  <a:pt x="80784" y="185159"/>
                  <a:pt x="92579" y="185159"/>
                </a:cubicBezTo>
                <a:lnTo>
                  <a:pt x="106822" y="185159"/>
                </a:lnTo>
                <a:cubicBezTo>
                  <a:pt x="118617" y="185159"/>
                  <a:pt x="128187" y="194728"/>
                  <a:pt x="128187" y="206523"/>
                </a:cubicBezTo>
                <a:lnTo>
                  <a:pt x="128187" y="206523"/>
                </a:lnTo>
                <a:lnTo>
                  <a:pt x="145991" y="206523"/>
                </a:lnTo>
                <a:cubicBezTo>
                  <a:pt x="163705" y="206523"/>
                  <a:pt x="178037" y="192191"/>
                  <a:pt x="178037" y="174477"/>
                </a:cubicBezTo>
                <a:lnTo>
                  <a:pt x="178037" y="165174"/>
                </a:lnTo>
                <a:cubicBezTo>
                  <a:pt x="171762" y="168824"/>
                  <a:pt x="164462" y="170871"/>
                  <a:pt x="156673" y="170871"/>
                </a:cubicBezTo>
                <a:lnTo>
                  <a:pt x="149551" y="170871"/>
                </a:lnTo>
                <a:cubicBezTo>
                  <a:pt x="137756" y="170871"/>
                  <a:pt x="128187" y="161302"/>
                  <a:pt x="128187" y="149507"/>
                </a:cubicBezTo>
                <a:lnTo>
                  <a:pt x="128187" y="106778"/>
                </a:lnTo>
                <a:cubicBezTo>
                  <a:pt x="128187" y="94983"/>
                  <a:pt x="137756" y="85413"/>
                  <a:pt x="149551" y="85413"/>
                </a:cubicBezTo>
                <a:lnTo>
                  <a:pt x="156673" y="85413"/>
                </a:lnTo>
                <a:cubicBezTo>
                  <a:pt x="161302" y="85413"/>
                  <a:pt x="165708" y="86126"/>
                  <a:pt x="169892" y="87505"/>
                </a:cubicBezTo>
                <a:cubicBezTo>
                  <a:pt x="164106" y="53990"/>
                  <a:pt x="134908" y="28441"/>
                  <a:pt x="99701" y="28441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2" name="Text 29"/>
          <p:cNvSpPr/>
          <p:nvPr/>
        </p:nvSpPr>
        <p:spPr>
          <a:xfrm>
            <a:off x="6976840" y="2630206"/>
            <a:ext cx="193704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AI Receptionist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578036" y="2972037"/>
            <a:ext cx="491857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voice assistant answers calls, books appointments, and handles inquiries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26111" y="3731664"/>
            <a:ext cx="5146467" cy="873570"/>
          </a:xfrm>
          <a:custGeom>
            <a:avLst/>
            <a:gdLst/>
            <a:ahLst/>
            <a:cxnLst/>
            <a:rect l="l" t="t" r="r" b="b"/>
            <a:pathLst>
              <a:path w="5146467" h="873570">
                <a:moveTo>
                  <a:pt x="75966" y="0"/>
                </a:moveTo>
                <a:lnTo>
                  <a:pt x="5070502" y="0"/>
                </a:lnTo>
                <a:cubicBezTo>
                  <a:pt x="5112456" y="0"/>
                  <a:pt x="5146467" y="34011"/>
                  <a:pt x="5146467" y="75966"/>
                </a:cubicBezTo>
                <a:lnTo>
                  <a:pt x="5146467" y="797604"/>
                </a:lnTo>
                <a:cubicBezTo>
                  <a:pt x="5146467" y="839559"/>
                  <a:pt x="5112456" y="873570"/>
                  <a:pt x="5070502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606522" y="3902579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4243" y="14243"/>
                </a:moveTo>
                <a:cubicBezTo>
                  <a:pt x="22121" y="14243"/>
                  <a:pt x="28486" y="20608"/>
                  <a:pt x="28486" y="28486"/>
                </a:cubicBezTo>
                <a:lnTo>
                  <a:pt x="28486" y="178037"/>
                </a:lnTo>
                <a:cubicBezTo>
                  <a:pt x="28486" y="181954"/>
                  <a:pt x="31691" y="185159"/>
                  <a:pt x="35607" y="185159"/>
                </a:cubicBezTo>
                <a:lnTo>
                  <a:pt x="213645" y="185159"/>
                </a:lnTo>
                <a:cubicBezTo>
                  <a:pt x="221523" y="185159"/>
                  <a:pt x="227888" y="191524"/>
                  <a:pt x="227888" y="199402"/>
                </a:cubicBezTo>
                <a:cubicBezTo>
                  <a:pt x="227888" y="207280"/>
                  <a:pt x="221523" y="213645"/>
                  <a:pt x="213645" y="213645"/>
                </a:cubicBezTo>
                <a:lnTo>
                  <a:pt x="35607" y="213645"/>
                </a:lnTo>
                <a:cubicBezTo>
                  <a:pt x="15934" y="213645"/>
                  <a:pt x="0" y="197711"/>
                  <a:pt x="0" y="178037"/>
                </a:cubicBezTo>
                <a:lnTo>
                  <a:pt x="0" y="28486"/>
                </a:lnTo>
                <a:cubicBezTo>
                  <a:pt x="0" y="20608"/>
                  <a:pt x="6365" y="14243"/>
                  <a:pt x="14243" y="14243"/>
                </a:cubicBezTo>
                <a:close/>
                <a:moveTo>
                  <a:pt x="56972" y="42729"/>
                </a:moveTo>
                <a:cubicBezTo>
                  <a:pt x="56972" y="34851"/>
                  <a:pt x="63337" y="28486"/>
                  <a:pt x="71215" y="28486"/>
                </a:cubicBezTo>
                <a:lnTo>
                  <a:pt x="156673" y="28486"/>
                </a:lnTo>
                <a:cubicBezTo>
                  <a:pt x="164551" y="28486"/>
                  <a:pt x="170916" y="34851"/>
                  <a:pt x="170916" y="42729"/>
                </a:cubicBezTo>
                <a:cubicBezTo>
                  <a:pt x="170916" y="50607"/>
                  <a:pt x="164551" y="56972"/>
                  <a:pt x="156673" y="56972"/>
                </a:cubicBezTo>
                <a:lnTo>
                  <a:pt x="71215" y="56972"/>
                </a:lnTo>
                <a:cubicBezTo>
                  <a:pt x="63337" y="56972"/>
                  <a:pt x="56972" y="50607"/>
                  <a:pt x="56972" y="42729"/>
                </a:cubicBezTo>
                <a:close/>
                <a:moveTo>
                  <a:pt x="71215" y="78336"/>
                </a:moveTo>
                <a:lnTo>
                  <a:pt x="128187" y="78336"/>
                </a:lnTo>
                <a:cubicBezTo>
                  <a:pt x="136065" y="78336"/>
                  <a:pt x="142430" y="84701"/>
                  <a:pt x="142430" y="92579"/>
                </a:cubicBezTo>
                <a:cubicBezTo>
                  <a:pt x="142430" y="100458"/>
                  <a:pt x="136065" y="106822"/>
                  <a:pt x="128187" y="106822"/>
                </a:cubicBezTo>
                <a:lnTo>
                  <a:pt x="71215" y="106822"/>
                </a:lnTo>
                <a:cubicBezTo>
                  <a:pt x="63337" y="106822"/>
                  <a:pt x="56972" y="100458"/>
                  <a:pt x="56972" y="92579"/>
                </a:cubicBezTo>
                <a:cubicBezTo>
                  <a:pt x="56972" y="84701"/>
                  <a:pt x="63337" y="78336"/>
                  <a:pt x="71215" y="78336"/>
                </a:cubicBezTo>
                <a:close/>
                <a:moveTo>
                  <a:pt x="71215" y="128187"/>
                </a:moveTo>
                <a:lnTo>
                  <a:pt x="185159" y="128187"/>
                </a:lnTo>
                <a:cubicBezTo>
                  <a:pt x="193037" y="128187"/>
                  <a:pt x="199402" y="134552"/>
                  <a:pt x="199402" y="142430"/>
                </a:cubicBezTo>
                <a:cubicBezTo>
                  <a:pt x="199402" y="150308"/>
                  <a:pt x="193037" y="156673"/>
                  <a:pt x="185159" y="156673"/>
                </a:cubicBezTo>
                <a:lnTo>
                  <a:pt x="71215" y="156673"/>
                </a:lnTo>
                <a:cubicBezTo>
                  <a:pt x="63337" y="156673"/>
                  <a:pt x="56972" y="150308"/>
                  <a:pt x="56972" y="142430"/>
                </a:cubicBezTo>
                <a:cubicBezTo>
                  <a:pt x="56972" y="134552"/>
                  <a:pt x="63337" y="128187"/>
                  <a:pt x="71215" y="12818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6" name="Text 33"/>
          <p:cNvSpPr/>
          <p:nvPr/>
        </p:nvSpPr>
        <p:spPr>
          <a:xfrm>
            <a:off x="6976840" y="3883589"/>
            <a:ext cx="169966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Insights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78036" y="4225421"/>
            <a:ext cx="49185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analyzes reviews from competitors to identify market opportunities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26111" y="4757159"/>
            <a:ext cx="5146467" cy="1101458"/>
          </a:xfrm>
          <a:custGeom>
            <a:avLst/>
            <a:gdLst/>
            <a:ahLst/>
            <a:cxnLst/>
            <a:rect l="l" t="t" r="r" b="b"/>
            <a:pathLst>
              <a:path w="5146467" h="1101458">
                <a:moveTo>
                  <a:pt x="75968" y="0"/>
                </a:moveTo>
                <a:lnTo>
                  <a:pt x="5070500" y="0"/>
                </a:lnTo>
                <a:cubicBezTo>
                  <a:pt x="5112455" y="0"/>
                  <a:pt x="5146467" y="34012"/>
                  <a:pt x="5146467" y="75968"/>
                </a:cubicBezTo>
                <a:lnTo>
                  <a:pt x="5146467" y="1025490"/>
                </a:lnTo>
                <a:cubicBezTo>
                  <a:pt x="5146467" y="1067446"/>
                  <a:pt x="5112455" y="1101458"/>
                  <a:pt x="5070500" y="1101458"/>
                </a:cubicBezTo>
                <a:lnTo>
                  <a:pt x="75968" y="1101458"/>
                </a:lnTo>
                <a:cubicBezTo>
                  <a:pt x="34012" y="1101458"/>
                  <a:pt x="0" y="1067446"/>
                  <a:pt x="0" y="1025490"/>
                </a:cubicBezTo>
                <a:lnTo>
                  <a:pt x="0" y="75968"/>
                </a:lnTo>
                <a:cubicBezTo>
                  <a:pt x="0" y="34012"/>
                  <a:pt x="34012" y="0"/>
                  <a:pt x="759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606522" y="4928075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90888" y="8190"/>
                </a:moveTo>
                <a:cubicBezTo>
                  <a:pt x="96229" y="10415"/>
                  <a:pt x="99701" y="15578"/>
                  <a:pt x="99701" y="21364"/>
                </a:cubicBezTo>
                <a:lnTo>
                  <a:pt x="99701" y="56972"/>
                </a:lnTo>
                <a:lnTo>
                  <a:pt x="149551" y="56972"/>
                </a:lnTo>
                <a:cubicBezTo>
                  <a:pt x="192814" y="56972"/>
                  <a:pt x="227888" y="92045"/>
                  <a:pt x="227888" y="135308"/>
                </a:cubicBezTo>
                <a:cubicBezTo>
                  <a:pt x="227888" y="185737"/>
                  <a:pt x="191613" y="208259"/>
                  <a:pt x="183289" y="212799"/>
                </a:cubicBezTo>
                <a:cubicBezTo>
                  <a:pt x="182177" y="213422"/>
                  <a:pt x="180930" y="213645"/>
                  <a:pt x="179684" y="213645"/>
                </a:cubicBezTo>
                <a:cubicBezTo>
                  <a:pt x="174833" y="213645"/>
                  <a:pt x="170916" y="209684"/>
                  <a:pt x="170916" y="204877"/>
                </a:cubicBezTo>
                <a:cubicBezTo>
                  <a:pt x="170916" y="201538"/>
                  <a:pt x="172830" y="198467"/>
                  <a:pt x="175278" y="196197"/>
                </a:cubicBezTo>
                <a:cubicBezTo>
                  <a:pt x="179462" y="192280"/>
                  <a:pt x="185159" y="184447"/>
                  <a:pt x="185159" y="170960"/>
                </a:cubicBezTo>
                <a:cubicBezTo>
                  <a:pt x="185159" y="147370"/>
                  <a:pt x="166020" y="128231"/>
                  <a:pt x="142430" y="128231"/>
                </a:cubicBezTo>
                <a:lnTo>
                  <a:pt x="99701" y="128231"/>
                </a:lnTo>
                <a:lnTo>
                  <a:pt x="99701" y="163839"/>
                </a:lnTo>
                <a:cubicBezTo>
                  <a:pt x="99701" y="169581"/>
                  <a:pt x="96229" y="174788"/>
                  <a:pt x="90888" y="177014"/>
                </a:cubicBezTo>
                <a:cubicBezTo>
                  <a:pt x="85547" y="179239"/>
                  <a:pt x="79449" y="177993"/>
                  <a:pt x="75354" y="173943"/>
                </a:cubicBezTo>
                <a:lnTo>
                  <a:pt x="4139" y="102728"/>
                </a:lnTo>
                <a:cubicBezTo>
                  <a:pt x="-1424" y="97164"/>
                  <a:pt x="-1424" y="88129"/>
                  <a:pt x="4139" y="82565"/>
                </a:cubicBezTo>
                <a:lnTo>
                  <a:pt x="75354" y="11350"/>
                </a:lnTo>
                <a:cubicBezTo>
                  <a:pt x="79449" y="7255"/>
                  <a:pt x="85547" y="6053"/>
                  <a:pt x="90888" y="8279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Text 37"/>
          <p:cNvSpPr/>
          <p:nvPr/>
        </p:nvSpPr>
        <p:spPr>
          <a:xfrm>
            <a:off x="6976840" y="4909084"/>
            <a:ext cx="193704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Responses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78036" y="5250916"/>
            <a:ext cx="491857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replies to common questions about services, pricing, and availability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84561" y="6252673"/>
            <a:ext cx="11422879" cy="598206"/>
          </a:xfrm>
          <a:custGeom>
            <a:avLst/>
            <a:gdLst/>
            <a:ahLst/>
            <a:cxnLst/>
            <a:rect l="l" t="t" r="r" b="b"/>
            <a:pathLst>
              <a:path w="11422879" h="598206">
                <a:moveTo>
                  <a:pt x="75960" y="0"/>
                </a:moveTo>
                <a:lnTo>
                  <a:pt x="11346918" y="0"/>
                </a:lnTo>
                <a:cubicBezTo>
                  <a:pt x="11388870" y="0"/>
                  <a:pt x="11422879" y="34009"/>
                  <a:pt x="11422879" y="75960"/>
                </a:cubicBezTo>
                <a:lnTo>
                  <a:pt x="11422879" y="522245"/>
                </a:lnTo>
                <a:cubicBezTo>
                  <a:pt x="11422879" y="564197"/>
                  <a:pt x="11388870" y="598206"/>
                  <a:pt x="11346918" y="598206"/>
                </a:cubicBezTo>
                <a:lnTo>
                  <a:pt x="75960" y="598206"/>
                </a:lnTo>
                <a:cubicBezTo>
                  <a:pt x="34009" y="598206"/>
                  <a:pt x="0" y="564197"/>
                  <a:pt x="0" y="522245"/>
                </a:cubicBezTo>
                <a:lnTo>
                  <a:pt x="0" y="75960"/>
                </a:lnTo>
                <a:cubicBezTo>
                  <a:pt x="0" y="34037"/>
                  <a:pt x="34037" y="0"/>
                  <a:pt x="75960" y="0"/>
                </a:cubicBezTo>
                <a:close/>
              </a:path>
            </a:pathLst>
          </a:custGeom>
          <a:solidFill>
            <a:srgbClr val="00B8A9">
              <a:alpha val="10196"/>
            </a:srgbClr>
          </a:soli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4822" y="6409346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4" name="Text 41"/>
          <p:cNvSpPr/>
          <p:nvPr/>
        </p:nvSpPr>
        <p:spPr>
          <a:xfrm>
            <a:off x="1049234" y="6418841"/>
            <a:ext cx="892560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30000"/>
              </a:lnSpc>
            </a:pPr>
            <a:r>
              <a:rPr lang="en-US" sz="134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Vegas</a:t>
            </a:r>
            <a:pPr>
              <a:lnSpc>
                <a:spcPct val="130000"/>
              </a:lnSpc>
            </a:pPr>
            <a:r>
              <a:rPr lang="en-US" sz="134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High-density salon market with tech-forward businesses and tourists familiar with QR codes</a:t>
            </a:r>
            <a:endParaRPr lang="en-US" sz="1600" dirty="0"/>
          </a:p>
        </p:txBody>
      </p:sp>
      <p:pic>
        <p:nvPicPr>
          <p:cNvPr id="45" name="Image 1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587" y="-211591"/>
            <a:ext cx="1559992" cy="201839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2327" y="322327"/>
            <a:ext cx="1732505" cy="257861"/>
          </a:xfrm>
          <a:custGeom>
            <a:avLst/>
            <a:gdLst/>
            <a:ahLst/>
            <a:cxnLst/>
            <a:rect l="l" t="t" r="r" b="b"/>
            <a:pathLst>
              <a:path w="1732505" h="257861">
                <a:moveTo>
                  <a:pt x="128931" y="0"/>
                </a:moveTo>
                <a:lnTo>
                  <a:pt x="1603574" y="0"/>
                </a:lnTo>
                <a:cubicBezTo>
                  <a:pt x="1674781" y="0"/>
                  <a:pt x="1732505" y="57724"/>
                  <a:pt x="1732505" y="128931"/>
                </a:cubicBezTo>
                <a:lnTo>
                  <a:pt x="1732505" y="128931"/>
                </a:lnTo>
                <a:cubicBezTo>
                  <a:pt x="1732505" y="200137"/>
                  <a:pt x="1674781" y="257861"/>
                  <a:pt x="1603574" y="257861"/>
                </a:cubicBezTo>
                <a:lnTo>
                  <a:pt x="128931" y="257861"/>
                </a:lnTo>
                <a:cubicBezTo>
                  <a:pt x="57772" y="257861"/>
                  <a:pt x="0" y="200089"/>
                  <a:pt x="0" y="128931"/>
                </a:cubicBezTo>
                <a:lnTo>
                  <a:pt x="0" y="128931"/>
                </a:lnTo>
                <a:cubicBezTo>
                  <a:pt x="0" y="57772"/>
                  <a:pt x="57772" y="0"/>
                  <a:pt x="128931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1257" y="378734"/>
            <a:ext cx="1535835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spc="51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2327" y="676886"/>
            <a:ext cx="11740743" cy="38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6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Storefront Experience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2327" y="1128143"/>
            <a:ext cx="11627929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AI profile page—one interface for all customer interactions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6356" y="1518964"/>
            <a:ext cx="5664888" cy="3851802"/>
          </a:xfrm>
          <a:custGeom>
            <a:avLst/>
            <a:gdLst/>
            <a:ahLst/>
            <a:cxnLst/>
            <a:rect l="l" t="t" r="r" b="b"/>
            <a:pathLst>
              <a:path w="5664888" h="3851802">
                <a:moveTo>
                  <a:pt x="96680" y="0"/>
                </a:moveTo>
                <a:lnTo>
                  <a:pt x="5568208" y="0"/>
                </a:lnTo>
                <a:cubicBezTo>
                  <a:pt x="5621603" y="0"/>
                  <a:pt x="5664888" y="43285"/>
                  <a:pt x="5664888" y="96680"/>
                </a:cubicBezTo>
                <a:lnTo>
                  <a:pt x="5664888" y="3755121"/>
                </a:lnTo>
                <a:cubicBezTo>
                  <a:pt x="5664888" y="3808517"/>
                  <a:pt x="5621603" y="3851802"/>
                  <a:pt x="5568208" y="3851802"/>
                </a:cubicBezTo>
                <a:lnTo>
                  <a:pt x="96680" y="3851802"/>
                </a:lnTo>
                <a:cubicBezTo>
                  <a:pt x="43285" y="3851802"/>
                  <a:pt x="0" y="3808517"/>
                  <a:pt x="0" y="3755121"/>
                </a:cubicBezTo>
                <a:lnTo>
                  <a:pt x="0" y="96680"/>
                </a:lnTo>
                <a:cubicBezTo>
                  <a:pt x="0" y="43285"/>
                  <a:pt x="43285" y="0"/>
                  <a:pt x="966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781" y="1716389"/>
            <a:ext cx="5366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Profile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781" y="2135413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64467" y="0"/>
                </a:moveTo>
                <a:lnTo>
                  <a:pt x="322325" y="0"/>
                </a:lnTo>
                <a:cubicBezTo>
                  <a:pt x="357929" y="0"/>
                  <a:pt x="386792" y="28863"/>
                  <a:pt x="386792" y="64467"/>
                </a:cubicBezTo>
                <a:lnTo>
                  <a:pt x="386792" y="322325"/>
                </a:lnTo>
                <a:cubicBezTo>
                  <a:pt x="386792" y="357929"/>
                  <a:pt x="357929" y="386792"/>
                  <a:pt x="322325" y="386792"/>
                </a:cubicBezTo>
                <a:lnTo>
                  <a:pt x="64467" y="386792"/>
                </a:lnTo>
                <a:cubicBezTo>
                  <a:pt x="28863" y="386792"/>
                  <a:pt x="0" y="357929"/>
                  <a:pt x="0" y="322325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6449" y="2248227"/>
            <a:ext cx="201454" cy="161163"/>
          </a:xfrm>
          <a:custGeom>
            <a:avLst/>
            <a:gdLst/>
            <a:ahLst/>
            <a:cxnLst/>
            <a:rect l="l" t="t" r="r" b="b"/>
            <a:pathLst>
              <a:path w="201454" h="161163">
                <a:moveTo>
                  <a:pt x="110800" y="0"/>
                </a:moveTo>
                <a:cubicBezTo>
                  <a:pt x="110800" y="-5571"/>
                  <a:pt x="106298" y="-10073"/>
                  <a:pt x="100727" y="-10073"/>
                </a:cubicBezTo>
                <a:cubicBezTo>
                  <a:pt x="95156" y="-10073"/>
                  <a:pt x="90654" y="-5571"/>
                  <a:pt x="90654" y="0"/>
                </a:cubicBezTo>
                <a:lnTo>
                  <a:pt x="90654" y="20145"/>
                </a:lnTo>
                <a:lnTo>
                  <a:pt x="60436" y="20145"/>
                </a:lnTo>
                <a:cubicBezTo>
                  <a:pt x="43753" y="20145"/>
                  <a:pt x="30218" y="33681"/>
                  <a:pt x="30218" y="50364"/>
                </a:cubicBezTo>
                <a:lnTo>
                  <a:pt x="30218" y="120872"/>
                </a:lnTo>
                <a:cubicBezTo>
                  <a:pt x="30218" y="137555"/>
                  <a:pt x="43753" y="151091"/>
                  <a:pt x="60436" y="151091"/>
                </a:cubicBezTo>
                <a:lnTo>
                  <a:pt x="141018" y="151091"/>
                </a:lnTo>
                <a:cubicBezTo>
                  <a:pt x="157701" y="151091"/>
                  <a:pt x="171236" y="137555"/>
                  <a:pt x="171236" y="120872"/>
                </a:cubicBezTo>
                <a:lnTo>
                  <a:pt x="171236" y="50364"/>
                </a:lnTo>
                <a:cubicBezTo>
                  <a:pt x="171236" y="33681"/>
                  <a:pt x="157701" y="20145"/>
                  <a:pt x="141018" y="20145"/>
                </a:cubicBezTo>
                <a:lnTo>
                  <a:pt x="110800" y="20145"/>
                </a:lnTo>
                <a:lnTo>
                  <a:pt x="110800" y="0"/>
                </a:lnTo>
                <a:close/>
                <a:moveTo>
                  <a:pt x="50364" y="115836"/>
                </a:moveTo>
                <a:cubicBezTo>
                  <a:pt x="50364" y="111650"/>
                  <a:pt x="53732" y="108282"/>
                  <a:pt x="57918" y="108282"/>
                </a:cubicBezTo>
                <a:lnTo>
                  <a:pt x="67991" y="108282"/>
                </a:lnTo>
                <a:cubicBezTo>
                  <a:pt x="72177" y="108282"/>
                  <a:pt x="75545" y="111650"/>
                  <a:pt x="75545" y="115836"/>
                </a:cubicBezTo>
                <a:cubicBezTo>
                  <a:pt x="75545" y="120023"/>
                  <a:pt x="72177" y="123391"/>
                  <a:pt x="67991" y="123391"/>
                </a:cubicBezTo>
                <a:lnTo>
                  <a:pt x="57918" y="123391"/>
                </a:lnTo>
                <a:cubicBezTo>
                  <a:pt x="53732" y="123391"/>
                  <a:pt x="50364" y="120023"/>
                  <a:pt x="50364" y="115836"/>
                </a:cubicBezTo>
                <a:close/>
                <a:moveTo>
                  <a:pt x="88136" y="115836"/>
                </a:moveTo>
                <a:cubicBezTo>
                  <a:pt x="88136" y="111650"/>
                  <a:pt x="91504" y="108282"/>
                  <a:pt x="95691" y="108282"/>
                </a:cubicBezTo>
                <a:lnTo>
                  <a:pt x="105763" y="108282"/>
                </a:lnTo>
                <a:cubicBezTo>
                  <a:pt x="109950" y="108282"/>
                  <a:pt x="113318" y="111650"/>
                  <a:pt x="113318" y="115836"/>
                </a:cubicBezTo>
                <a:cubicBezTo>
                  <a:pt x="113318" y="120023"/>
                  <a:pt x="109950" y="123391"/>
                  <a:pt x="105763" y="123391"/>
                </a:cubicBezTo>
                <a:lnTo>
                  <a:pt x="95691" y="123391"/>
                </a:lnTo>
                <a:cubicBezTo>
                  <a:pt x="91504" y="123391"/>
                  <a:pt x="88136" y="120023"/>
                  <a:pt x="88136" y="115836"/>
                </a:cubicBezTo>
                <a:close/>
                <a:moveTo>
                  <a:pt x="125909" y="115836"/>
                </a:moveTo>
                <a:cubicBezTo>
                  <a:pt x="125909" y="111650"/>
                  <a:pt x="129277" y="108282"/>
                  <a:pt x="133463" y="108282"/>
                </a:cubicBezTo>
                <a:lnTo>
                  <a:pt x="143536" y="108282"/>
                </a:lnTo>
                <a:cubicBezTo>
                  <a:pt x="147722" y="108282"/>
                  <a:pt x="151091" y="111650"/>
                  <a:pt x="151091" y="115836"/>
                </a:cubicBezTo>
                <a:cubicBezTo>
                  <a:pt x="151091" y="120023"/>
                  <a:pt x="147722" y="123391"/>
                  <a:pt x="143536" y="123391"/>
                </a:cubicBezTo>
                <a:lnTo>
                  <a:pt x="133463" y="123391"/>
                </a:lnTo>
                <a:cubicBezTo>
                  <a:pt x="129277" y="123391"/>
                  <a:pt x="125909" y="120023"/>
                  <a:pt x="125909" y="115836"/>
                </a:cubicBezTo>
                <a:close/>
                <a:moveTo>
                  <a:pt x="70509" y="55400"/>
                </a:moveTo>
                <a:cubicBezTo>
                  <a:pt x="78848" y="55400"/>
                  <a:pt x="85618" y="62170"/>
                  <a:pt x="85618" y="70509"/>
                </a:cubicBezTo>
                <a:cubicBezTo>
                  <a:pt x="85618" y="78848"/>
                  <a:pt x="78848" y="85618"/>
                  <a:pt x="70509" y="85618"/>
                </a:cubicBezTo>
                <a:cubicBezTo>
                  <a:pt x="62170" y="85618"/>
                  <a:pt x="55400" y="78848"/>
                  <a:pt x="55400" y="70509"/>
                </a:cubicBezTo>
                <a:cubicBezTo>
                  <a:pt x="55400" y="62170"/>
                  <a:pt x="62170" y="55400"/>
                  <a:pt x="70509" y="55400"/>
                </a:cubicBezTo>
                <a:close/>
                <a:moveTo>
                  <a:pt x="115836" y="70509"/>
                </a:moveTo>
                <a:cubicBezTo>
                  <a:pt x="115836" y="62170"/>
                  <a:pt x="122606" y="55400"/>
                  <a:pt x="130945" y="55400"/>
                </a:cubicBezTo>
                <a:cubicBezTo>
                  <a:pt x="139284" y="55400"/>
                  <a:pt x="146054" y="62170"/>
                  <a:pt x="146054" y="70509"/>
                </a:cubicBezTo>
                <a:cubicBezTo>
                  <a:pt x="146054" y="78848"/>
                  <a:pt x="139284" y="85618"/>
                  <a:pt x="130945" y="85618"/>
                </a:cubicBezTo>
                <a:cubicBezTo>
                  <a:pt x="122606" y="85618"/>
                  <a:pt x="115836" y="78848"/>
                  <a:pt x="115836" y="70509"/>
                </a:cubicBezTo>
                <a:close/>
                <a:moveTo>
                  <a:pt x="20145" y="70509"/>
                </a:moveTo>
                <a:cubicBezTo>
                  <a:pt x="20145" y="64937"/>
                  <a:pt x="15644" y="60436"/>
                  <a:pt x="10073" y="60436"/>
                </a:cubicBezTo>
                <a:cubicBezTo>
                  <a:pt x="4501" y="60436"/>
                  <a:pt x="0" y="64937"/>
                  <a:pt x="0" y="70509"/>
                </a:cubicBezTo>
                <a:lnTo>
                  <a:pt x="0" y="100727"/>
                </a:lnTo>
                <a:cubicBezTo>
                  <a:pt x="0" y="106298"/>
                  <a:pt x="4501" y="110800"/>
                  <a:pt x="10073" y="110800"/>
                </a:cubicBezTo>
                <a:cubicBezTo>
                  <a:pt x="15644" y="110800"/>
                  <a:pt x="20145" y="106298"/>
                  <a:pt x="20145" y="100727"/>
                </a:cubicBezTo>
                <a:lnTo>
                  <a:pt x="20145" y="70509"/>
                </a:lnTo>
                <a:close/>
                <a:moveTo>
                  <a:pt x="191381" y="60436"/>
                </a:moveTo>
                <a:cubicBezTo>
                  <a:pt x="185810" y="60436"/>
                  <a:pt x="181309" y="64937"/>
                  <a:pt x="181309" y="70509"/>
                </a:cubicBezTo>
                <a:lnTo>
                  <a:pt x="181309" y="100727"/>
                </a:lnTo>
                <a:cubicBezTo>
                  <a:pt x="181309" y="106298"/>
                  <a:pt x="185810" y="110800"/>
                  <a:pt x="191381" y="110800"/>
                </a:cubicBezTo>
                <a:cubicBezTo>
                  <a:pt x="196953" y="110800"/>
                  <a:pt x="201454" y="106298"/>
                  <a:pt x="201454" y="100727"/>
                </a:cubicBezTo>
                <a:lnTo>
                  <a:pt x="201454" y="70509"/>
                </a:lnTo>
                <a:cubicBezTo>
                  <a:pt x="201454" y="64937"/>
                  <a:pt x="196953" y="60436"/>
                  <a:pt x="191381" y="6043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1039503" y="2135413"/>
            <a:ext cx="2449681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 Chat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9503" y="2393274"/>
            <a:ext cx="2441623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Text-based conversation with business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781" y="2715601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64467" y="0"/>
                </a:moveTo>
                <a:lnTo>
                  <a:pt x="322325" y="0"/>
                </a:lnTo>
                <a:cubicBezTo>
                  <a:pt x="357929" y="0"/>
                  <a:pt x="386792" y="28863"/>
                  <a:pt x="386792" y="64467"/>
                </a:cubicBezTo>
                <a:lnTo>
                  <a:pt x="386792" y="322325"/>
                </a:lnTo>
                <a:cubicBezTo>
                  <a:pt x="386792" y="357929"/>
                  <a:pt x="357929" y="386792"/>
                  <a:pt x="322325" y="386792"/>
                </a:cubicBezTo>
                <a:lnTo>
                  <a:pt x="64467" y="386792"/>
                </a:lnTo>
                <a:cubicBezTo>
                  <a:pt x="28863" y="386792"/>
                  <a:pt x="0" y="357929"/>
                  <a:pt x="0" y="322325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6740" y="2828415"/>
            <a:ext cx="120872" cy="161163"/>
          </a:xfrm>
          <a:custGeom>
            <a:avLst/>
            <a:gdLst/>
            <a:ahLst/>
            <a:cxnLst/>
            <a:rect l="l" t="t" r="r" b="b"/>
            <a:pathLst>
              <a:path w="120872" h="161163">
                <a:moveTo>
                  <a:pt x="60436" y="0"/>
                </a:moveTo>
                <a:cubicBezTo>
                  <a:pt x="43753" y="0"/>
                  <a:pt x="30218" y="13535"/>
                  <a:pt x="30218" y="30218"/>
                </a:cubicBezTo>
                <a:lnTo>
                  <a:pt x="30218" y="70509"/>
                </a:lnTo>
                <a:cubicBezTo>
                  <a:pt x="30218" y="87192"/>
                  <a:pt x="43753" y="100727"/>
                  <a:pt x="60436" y="100727"/>
                </a:cubicBezTo>
                <a:cubicBezTo>
                  <a:pt x="77119" y="100727"/>
                  <a:pt x="90654" y="87192"/>
                  <a:pt x="90654" y="70509"/>
                </a:cubicBezTo>
                <a:lnTo>
                  <a:pt x="90654" y="30218"/>
                </a:lnTo>
                <a:cubicBezTo>
                  <a:pt x="90654" y="13535"/>
                  <a:pt x="77119" y="0"/>
                  <a:pt x="60436" y="0"/>
                </a:cubicBezTo>
                <a:close/>
                <a:moveTo>
                  <a:pt x="15109" y="57918"/>
                </a:moveTo>
                <a:cubicBezTo>
                  <a:pt x="15109" y="53732"/>
                  <a:pt x="11741" y="50364"/>
                  <a:pt x="7555" y="50364"/>
                </a:cubicBezTo>
                <a:cubicBezTo>
                  <a:pt x="3368" y="50364"/>
                  <a:pt x="0" y="53732"/>
                  <a:pt x="0" y="57918"/>
                </a:cubicBezTo>
                <a:lnTo>
                  <a:pt x="0" y="70509"/>
                </a:lnTo>
                <a:cubicBezTo>
                  <a:pt x="0" y="101325"/>
                  <a:pt x="23073" y="126759"/>
                  <a:pt x="52882" y="130473"/>
                </a:cubicBezTo>
                <a:lnTo>
                  <a:pt x="52882" y="146054"/>
                </a:lnTo>
                <a:lnTo>
                  <a:pt x="37773" y="146054"/>
                </a:lnTo>
                <a:cubicBezTo>
                  <a:pt x="33586" y="146054"/>
                  <a:pt x="30218" y="149422"/>
                  <a:pt x="30218" y="153609"/>
                </a:cubicBezTo>
                <a:cubicBezTo>
                  <a:pt x="30218" y="157795"/>
                  <a:pt x="33586" y="161163"/>
                  <a:pt x="37773" y="161163"/>
                </a:cubicBezTo>
                <a:lnTo>
                  <a:pt x="83100" y="161163"/>
                </a:lnTo>
                <a:cubicBezTo>
                  <a:pt x="87286" y="161163"/>
                  <a:pt x="90654" y="157795"/>
                  <a:pt x="90654" y="153609"/>
                </a:cubicBezTo>
                <a:cubicBezTo>
                  <a:pt x="90654" y="149422"/>
                  <a:pt x="87286" y="146054"/>
                  <a:pt x="83100" y="146054"/>
                </a:cubicBezTo>
                <a:lnTo>
                  <a:pt x="67991" y="146054"/>
                </a:lnTo>
                <a:lnTo>
                  <a:pt x="67991" y="130473"/>
                </a:lnTo>
                <a:cubicBezTo>
                  <a:pt x="97800" y="126759"/>
                  <a:pt x="120872" y="101325"/>
                  <a:pt x="120872" y="70509"/>
                </a:cubicBezTo>
                <a:lnTo>
                  <a:pt x="120872" y="57918"/>
                </a:lnTo>
                <a:cubicBezTo>
                  <a:pt x="120872" y="53732"/>
                  <a:pt x="117504" y="50364"/>
                  <a:pt x="113318" y="50364"/>
                </a:cubicBezTo>
                <a:cubicBezTo>
                  <a:pt x="109131" y="50364"/>
                  <a:pt x="105763" y="53732"/>
                  <a:pt x="105763" y="57918"/>
                </a:cubicBezTo>
                <a:lnTo>
                  <a:pt x="105763" y="70509"/>
                </a:lnTo>
                <a:cubicBezTo>
                  <a:pt x="105763" y="95533"/>
                  <a:pt x="85461" y="115836"/>
                  <a:pt x="60436" y="115836"/>
                </a:cubicBezTo>
                <a:cubicBezTo>
                  <a:pt x="35412" y="115836"/>
                  <a:pt x="15109" y="95533"/>
                  <a:pt x="15109" y="70509"/>
                </a:cubicBezTo>
                <a:lnTo>
                  <a:pt x="15109" y="57918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1039503" y="2715601"/>
            <a:ext cx="1925901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Interaction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9503" y="2973462"/>
            <a:ext cx="1917843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Push-to-talk voice conversations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3781" y="3295788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64467" y="0"/>
                </a:moveTo>
                <a:lnTo>
                  <a:pt x="322325" y="0"/>
                </a:lnTo>
                <a:cubicBezTo>
                  <a:pt x="357929" y="0"/>
                  <a:pt x="386792" y="28863"/>
                  <a:pt x="386792" y="64467"/>
                </a:cubicBezTo>
                <a:lnTo>
                  <a:pt x="386792" y="322325"/>
                </a:lnTo>
                <a:cubicBezTo>
                  <a:pt x="386792" y="357929"/>
                  <a:pt x="357929" y="386792"/>
                  <a:pt x="322325" y="386792"/>
                </a:cubicBezTo>
                <a:lnTo>
                  <a:pt x="64467" y="386792"/>
                </a:lnTo>
                <a:cubicBezTo>
                  <a:pt x="28863" y="386792"/>
                  <a:pt x="0" y="357929"/>
                  <a:pt x="0" y="322325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6449" y="3408603"/>
            <a:ext cx="201454" cy="161163"/>
          </a:xfrm>
          <a:custGeom>
            <a:avLst/>
            <a:gdLst/>
            <a:ahLst/>
            <a:cxnLst/>
            <a:rect l="l" t="t" r="r" b="b"/>
            <a:pathLst>
              <a:path w="201454" h="161163">
                <a:moveTo>
                  <a:pt x="181309" y="15109"/>
                </a:moveTo>
                <a:cubicBezTo>
                  <a:pt x="181309" y="11615"/>
                  <a:pt x="179514" y="8373"/>
                  <a:pt x="176524" y="6547"/>
                </a:cubicBezTo>
                <a:cubicBezTo>
                  <a:pt x="173534" y="4722"/>
                  <a:pt x="169851" y="4533"/>
                  <a:pt x="166735" y="6107"/>
                </a:cubicBezTo>
                <a:lnTo>
                  <a:pt x="130158" y="24395"/>
                </a:lnTo>
                <a:lnTo>
                  <a:pt x="73688" y="5540"/>
                </a:lnTo>
                <a:cubicBezTo>
                  <a:pt x="71138" y="4690"/>
                  <a:pt x="68400" y="4879"/>
                  <a:pt x="66008" y="6075"/>
                </a:cubicBezTo>
                <a:lnTo>
                  <a:pt x="25717" y="26221"/>
                </a:lnTo>
                <a:cubicBezTo>
                  <a:pt x="22286" y="27952"/>
                  <a:pt x="20145" y="31446"/>
                  <a:pt x="20145" y="35254"/>
                </a:cubicBezTo>
                <a:lnTo>
                  <a:pt x="20145" y="146054"/>
                </a:lnTo>
                <a:cubicBezTo>
                  <a:pt x="20145" y="149548"/>
                  <a:pt x="21940" y="152790"/>
                  <a:pt x="24930" y="154616"/>
                </a:cubicBezTo>
                <a:cubicBezTo>
                  <a:pt x="27920" y="156442"/>
                  <a:pt x="31603" y="156631"/>
                  <a:pt x="34719" y="155057"/>
                </a:cubicBezTo>
                <a:lnTo>
                  <a:pt x="71264" y="136768"/>
                </a:lnTo>
                <a:lnTo>
                  <a:pt x="125814" y="154962"/>
                </a:lnTo>
                <a:cubicBezTo>
                  <a:pt x="124461" y="152948"/>
                  <a:pt x="123139" y="150839"/>
                  <a:pt x="121848" y="148698"/>
                </a:cubicBezTo>
                <a:cubicBezTo>
                  <a:pt x="118386" y="142938"/>
                  <a:pt x="114955" y="136328"/>
                  <a:pt x="112405" y="129245"/>
                </a:cubicBezTo>
                <a:lnTo>
                  <a:pt x="80550" y="118638"/>
                </a:lnTo>
                <a:lnTo>
                  <a:pt x="80550" y="29085"/>
                </a:lnTo>
                <a:lnTo>
                  <a:pt x="120841" y="42526"/>
                </a:lnTo>
                <a:lnTo>
                  <a:pt x="120841" y="73783"/>
                </a:lnTo>
                <a:cubicBezTo>
                  <a:pt x="130599" y="62514"/>
                  <a:pt x="145078" y="55400"/>
                  <a:pt x="161132" y="55400"/>
                </a:cubicBezTo>
                <a:cubicBezTo>
                  <a:pt x="168246" y="55400"/>
                  <a:pt x="175045" y="56785"/>
                  <a:pt x="181277" y="59335"/>
                </a:cubicBezTo>
                <a:lnTo>
                  <a:pt x="181309" y="15109"/>
                </a:lnTo>
                <a:close/>
                <a:moveTo>
                  <a:pt x="161163" y="70509"/>
                </a:moveTo>
                <a:cubicBezTo>
                  <a:pt x="140294" y="70509"/>
                  <a:pt x="123391" y="87129"/>
                  <a:pt x="123391" y="107621"/>
                </a:cubicBezTo>
                <a:cubicBezTo>
                  <a:pt x="123391" y="129308"/>
                  <a:pt x="143567" y="154962"/>
                  <a:pt x="154427" y="167207"/>
                </a:cubicBezTo>
                <a:cubicBezTo>
                  <a:pt x="158078" y="171299"/>
                  <a:pt x="164279" y="171299"/>
                  <a:pt x="167931" y="167207"/>
                </a:cubicBezTo>
                <a:cubicBezTo>
                  <a:pt x="178790" y="154962"/>
                  <a:pt x="198967" y="129308"/>
                  <a:pt x="198967" y="107621"/>
                </a:cubicBezTo>
                <a:cubicBezTo>
                  <a:pt x="198967" y="87129"/>
                  <a:pt x="182064" y="70509"/>
                  <a:pt x="161195" y="70509"/>
                </a:cubicBezTo>
                <a:close/>
                <a:moveTo>
                  <a:pt x="148572" y="108282"/>
                </a:moveTo>
                <a:cubicBezTo>
                  <a:pt x="148572" y="101332"/>
                  <a:pt x="154214" y="95691"/>
                  <a:pt x="161163" y="95691"/>
                </a:cubicBezTo>
                <a:cubicBezTo>
                  <a:pt x="168112" y="95691"/>
                  <a:pt x="173754" y="101332"/>
                  <a:pt x="173754" y="108282"/>
                </a:cubicBezTo>
                <a:cubicBezTo>
                  <a:pt x="173754" y="115231"/>
                  <a:pt x="168112" y="120872"/>
                  <a:pt x="161163" y="120872"/>
                </a:cubicBezTo>
                <a:cubicBezTo>
                  <a:pt x="154214" y="120872"/>
                  <a:pt x="148572" y="115231"/>
                  <a:pt x="148572" y="108282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1039503" y="3295788"/>
            <a:ext cx="1829203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Maps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9503" y="3553650"/>
            <a:ext cx="182114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Location, hours, and directions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781" y="3875976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64467" y="0"/>
                </a:moveTo>
                <a:lnTo>
                  <a:pt x="322325" y="0"/>
                </a:lnTo>
                <a:cubicBezTo>
                  <a:pt x="357929" y="0"/>
                  <a:pt x="386792" y="28863"/>
                  <a:pt x="386792" y="64467"/>
                </a:cubicBezTo>
                <a:lnTo>
                  <a:pt x="386792" y="322325"/>
                </a:lnTo>
                <a:cubicBezTo>
                  <a:pt x="386792" y="357929"/>
                  <a:pt x="357929" y="386792"/>
                  <a:pt x="322325" y="386792"/>
                </a:cubicBezTo>
                <a:lnTo>
                  <a:pt x="64467" y="386792"/>
                </a:lnTo>
                <a:cubicBezTo>
                  <a:pt x="28863" y="386792"/>
                  <a:pt x="0" y="357929"/>
                  <a:pt x="0" y="322325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6522" y="3988790"/>
            <a:ext cx="181309" cy="161163"/>
          </a:xfrm>
          <a:custGeom>
            <a:avLst/>
            <a:gdLst/>
            <a:ahLst/>
            <a:cxnLst/>
            <a:rect l="l" t="t" r="r" b="b"/>
            <a:pathLst>
              <a:path w="181309" h="161163">
                <a:moveTo>
                  <a:pt x="97422" y="-5949"/>
                </a:moveTo>
                <a:cubicBezTo>
                  <a:pt x="96131" y="-8467"/>
                  <a:pt x="93519" y="-10073"/>
                  <a:pt x="90686" y="-10073"/>
                </a:cubicBezTo>
                <a:cubicBezTo>
                  <a:pt x="87853" y="-10073"/>
                  <a:pt x="85240" y="-8467"/>
                  <a:pt x="83950" y="-5949"/>
                </a:cubicBezTo>
                <a:lnTo>
                  <a:pt x="60782" y="39441"/>
                </a:lnTo>
                <a:lnTo>
                  <a:pt x="10450" y="47436"/>
                </a:lnTo>
                <a:cubicBezTo>
                  <a:pt x="7649" y="47877"/>
                  <a:pt x="5320" y="49860"/>
                  <a:pt x="4438" y="52567"/>
                </a:cubicBezTo>
                <a:cubicBezTo>
                  <a:pt x="3557" y="55274"/>
                  <a:pt x="4281" y="58233"/>
                  <a:pt x="6264" y="60247"/>
                </a:cubicBezTo>
                <a:lnTo>
                  <a:pt x="42274" y="96289"/>
                </a:lnTo>
                <a:lnTo>
                  <a:pt x="34342" y="146621"/>
                </a:lnTo>
                <a:cubicBezTo>
                  <a:pt x="33901" y="149422"/>
                  <a:pt x="35066" y="152255"/>
                  <a:pt x="37363" y="153923"/>
                </a:cubicBezTo>
                <a:cubicBezTo>
                  <a:pt x="39661" y="155592"/>
                  <a:pt x="42683" y="155844"/>
                  <a:pt x="45233" y="154553"/>
                </a:cubicBezTo>
                <a:lnTo>
                  <a:pt x="90686" y="131449"/>
                </a:lnTo>
                <a:lnTo>
                  <a:pt x="136107" y="154553"/>
                </a:lnTo>
                <a:cubicBezTo>
                  <a:pt x="138626" y="155844"/>
                  <a:pt x="141679" y="155592"/>
                  <a:pt x="143977" y="153923"/>
                </a:cubicBezTo>
                <a:cubicBezTo>
                  <a:pt x="146275" y="152255"/>
                  <a:pt x="147439" y="149454"/>
                  <a:pt x="146999" y="146621"/>
                </a:cubicBezTo>
                <a:lnTo>
                  <a:pt x="139035" y="96289"/>
                </a:lnTo>
                <a:lnTo>
                  <a:pt x="175045" y="60247"/>
                </a:lnTo>
                <a:cubicBezTo>
                  <a:pt x="177059" y="58233"/>
                  <a:pt x="177752" y="55274"/>
                  <a:pt x="176870" y="52567"/>
                </a:cubicBezTo>
                <a:cubicBezTo>
                  <a:pt x="175989" y="49860"/>
                  <a:pt x="173691" y="47877"/>
                  <a:pt x="170858" y="47436"/>
                </a:cubicBezTo>
                <a:lnTo>
                  <a:pt x="120558" y="39441"/>
                </a:lnTo>
                <a:lnTo>
                  <a:pt x="97422" y="-5949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3" name="Text 21"/>
          <p:cNvSpPr/>
          <p:nvPr/>
        </p:nvSpPr>
        <p:spPr>
          <a:xfrm>
            <a:off x="1039503" y="3875976"/>
            <a:ext cx="2336867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Intelligence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9503" y="4133837"/>
            <a:ext cx="232880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Aggregated customer feedback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223" y="1518964"/>
            <a:ext cx="5664888" cy="3851802"/>
          </a:xfrm>
          <a:custGeom>
            <a:avLst/>
            <a:gdLst/>
            <a:ahLst/>
            <a:cxnLst/>
            <a:rect l="l" t="t" r="r" b="b"/>
            <a:pathLst>
              <a:path w="5664888" h="3851802">
                <a:moveTo>
                  <a:pt x="96680" y="0"/>
                </a:moveTo>
                <a:lnTo>
                  <a:pt x="5568208" y="0"/>
                </a:lnTo>
                <a:cubicBezTo>
                  <a:pt x="5621603" y="0"/>
                  <a:pt x="5664888" y="43285"/>
                  <a:pt x="5664888" y="96680"/>
                </a:cubicBezTo>
                <a:lnTo>
                  <a:pt x="5664888" y="3755121"/>
                </a:lnTo>
                <a:cubicBezTo>
                  <a:pt x="5664888" y="3808517"/>
                  <a:pt x="5621603" y="3851802"/>
                  <a:pt x="5568208" y="3851802"/>
                </a:cubicBezTo>
                <a:lnTo>
                  <a:pt x="96680" y="3851802"/>
                </a:lnTo>
                <a:cubicBezTo>
                  <a:pt x="43285" y="3851802"/>
                  <a:pt x="0" y="3808517"/>
                  <a:pt x="0" y="3755121"/>
                </a:cubicBezTo>
                <a:lnTo>
                  <a:pt x="0" y="96680"/>
                </a:lnTo>
                <a:cubicBezTo>
                  <a:pt x="0" y="43285"/>
                  <a:pt x="43285" y="0"/>
                  <a:pt x="96680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3648" y="1716389"/>
            <a:ext cx="5366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Actions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3648" y="2135413"/>
            <a:ext cx="2570554" cy="1224841"/>
          </a:xfrm>
          <a:custGeom>
            <a:avLst/>
            <a:gdLst/>
            <a:ahLst/>
            <a:cxnLst/>
            <a:rect l="l" t="t" r="r" b="b"/>
            <a:pathLst>
              <a:path w="2570554" h="1224841">
                <a:moveTo>
                  <a:pt x="64463" y="0"/>
                </a:moveTo>
                <a:lnTo>
                  <a:pt x="2506090" y="0"/>
                </a:lnTo>
                <a:cubicBezTo>
                  <a:pt x="2541669" y="0"/>
                  <a:pt x="2570554" y="28885"/>
                  <a:pt x="2570554" y="64463"/>
                </a:cubicBezTo>
                <a:lnTo>
                  <a:pt x="2570554" y="1160377"/>
                </a:lnTo>
                <a:cubicBezTo>
                  <a:pt x="2570554" y="1195956"/>
                  <a:pt x="2541669" y="1224841"/>
                  <a:pt x="2506090" y="1224841"/>
                </a:cubicBezTo>
                <a:lnTo>
                  <a:pt x="64463" y="1224841"/>
                </a:lnTo>
                <a:cubicBezTo>
                  <a:pt x="28885" y="1224841"/>
                  <a:pt x="0" y="1195956"/>
                  <a:pt x="0" y="116037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54178" y="2264344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3109" y="2393274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60512" y="9443"/>
                </a:moveTo>
                <a:cubicBezTo>
                  <a:pt x="57528" y="2304"/>
                  <a:pt x="49747" y="-1473"/>
                  <a:pt x="42343" y="529"/>
                </a:cubicBezTo>
                <a:lnTo>
                  <a:pt x="40266" y="1095"/>
                </a:lnTo>
                <a:cubicBezTo>
                  <a:pt x="15865" y="7743"/>
                  <a:pt x="-4986" y="31389"/>
                  <a:pt x="1095" y="60172"/>
                </a:cubicBezTo>
                <a:cubicBezTo>
                  <a:pt x="15109" y="126274"/>
                  <a:pt x="67122" y="178287"/>
                  <a:pt x="133224" y="192300"/>
                </a:cubicBezTo>
                <a:cubicBezTo>
                  <a:pt x="162045" y="198420"/>
                  <a:pt x="185653" y="177531"/>
                  <a:pt x="192300" y="153130"/>
                </a:cubicBezTo>
                <a:lnTo>
                  <a:pt x="192867" y="151053"/>
                </a:lnTo>
                <a:cubicBezTo>
                  <a:pt x="194907" y="143612"/>
                  <a:pt x="191092" y="135830"/>
                  <a:pt x="183991" y="132884"/>
                </a:cubicBezTo>
                <a:lnTo>
                  <a:pt x="147238" y="117586"/>
                </a:lnTo>
                <a:cubicBezTo>
                  <a:pt x="141005" y="114980"/>
                  <a:pt x="133791" y="116793"/>
                  <a:pt x="129485" y="122043"/>
                </a:cubicBezTo>
                <a:lnTo>
                  <a:pt x="114904" y="139872"/>
                </a:lnTo>
                <a:cubicBezTo>
                  <a:pt x="88350" y="126689"/>
                  <a:pt x="66971" y="104630"/>
                  <a:pt x="54695" y="77547"/>
                </a:cubicBezTo>
                <a:lnTo>
                  <a:pt x="71390" y="63949"/>
                </a:lnTo>
                <a:cubicBezTo>
                  <a:pt x="76641" y="59681"/>
                  <a:pt x="78416" y="52466"/>
                  <a:pt x="75847" y="46196"/>
                </a:cubicBezTo>
                <a:lnTo>
                  <a:pt x="60512" y="944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6486317" y="2812299"/>
            <a:ext cx="238521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0346" y="3037927"/>
            <a:ext cx="237715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phone connection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94896" y="2135413"/>
            <a:ext cx="2570554" cy="1224841"/>
          </a:xfrm>
          <a:custGeom>
            <a:avLst/>
            <a:gdLst/>
            <a:ahLst/>
            <a:cxnLst/>
            <a:rect l="l" t="t" r="r" b="b"/>
            <a:pathLst>
              <a:path w="2570554" h="1224841">
                <a:moveTo>
                  <a:pt x="64463" y="0"/>
                </a:moveTo>
                <a:lnTo>
                  <a:pt x="2506090" y="0"/>
                </a:lnTo>
                <a:cubicBezTo>
                  <a:pt x="2541669" y="0"/>
                  <a:pt x="2570554" y="28885"/>
                  <a:pt x="2570554" y="64463"/>
                </a:cubicBezTo>
                <a:lnTo>
                  <a:pt x="2570554" y="1160377"/>
                </a:lnTo>
                <a:cubicBezTo>
                  <a:pt x="2570554" y="1195956"/>
                  <a:pt x="2541669" y="1224841"/>
                  <a:pt x="2506090" y="1224841"/>
                </a:cubicBezTo>
                <a:lnTo>
                  <a:pt x="64463" y="1224841"/>
                </a:lnTo>
                <a:cubicBezTo>
                  <a:pt x="28885" y="1224841"/>
                  <a:pt x="0" y="1195956"/>
                  <a:pt x="0" y="116037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155425" y="2264344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284356" y="2393274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193396" y="90654"/>
                </a:moveTo>
                <a:cubicBezTo>
                  <a:pt x="193396" y="140703"/>
                  <a:pt x="150108" y="181309"/>
                  <a:pt x="96698" y="181309"/>
                </a:cubicBezTo>
                <a:cubicBezTo>
                  <a:pt x="82684" y="181309"/>
                  <a:pt x="69388" y="178513"/>
                  <a:pt x="57377" y="173490"/>
                </a:cubicBezTo>
                <a:lnTo>
                  <a:pt x="12654" y="192678"/>
                </a:lnTo>
                <a:cubicBezTo>
                  <a:pt x="9103" y="194189"/>
                  <a:pt x="5024" y="193320"/>
                  <a:pt x="2417" y="190487"/>
                </a:cubicBezTo>
                <a:cubicBezTo>
                  <a:pt x="-189" y="187654"/>
                  <a:pt x="-755" y="183499"/>
                  <a:pt x="1058" y="180100"/>
                </a:cubicBezTo>
                <a:lnTo>
                  <a:pt x="19491" y="145274"/>
                </a:lnTo>
                <a:cubicBezTo>
                  <a:pt x="7252" y="130051"/>
                  <a:pt x="0" y="111165"/>
                  <a:pt x="0" y="90654"/>
                </a:cubicBezTo>
                <a:cubicBezTo>
                  <a:pt x="0" y="40606"/>
                  <a:pt x="43287" y="0"/>
                  <a:pt x="96698" y="0"/>
                </a:cubicBezTo>
                <a:cubicBezTo>
                  <a:pt x="150108" y="0"/>
                  <a:pt x="193396" y="40606"/>
                  <a:pt x="193396" y="90654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5" name="Text 33"/>
          <p:cNvSpPr/>
          <p:nvPr/>
        </p:nvSpPr>
        <p:spPr>
          <a:xfrm>
            <a:off x="9187564" y="2812299"/>
            <a:ext cx="238521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91594" y="3037927"/>
            <a:ext cx="237715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messaging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3648" y="3489184"/>
            <a:ext cx="2570554" cy="1224841"/>
          </a:xfrm>
          <a:custGeom>
            <a:avLst/>
            <a:gdLst/>
            <a:ahLst/>
            <a:cxnLst/>
            <a:rect l="l" t="t" r="r" b="b"/>
            <a:pathLst>
              <a:path w="2570554" h="1224841">
                <a:moveTo>
                  <a:pt x="64463" y="0"/>
                </a:moveTo>
                <a:lnTo>
                  <a:pt x="2506090" y="0"/>
                </a:lnTo>
                <a:cubicBezTo>
                  <a:pt x="2541669" y="0"/>
                  <a:pt x="2570554" y="28885"/>
                  <a:pt x="2570554" y="64463"/>
                </a:cubicBezTo>
                <a:lnTo>
                  <a:pt x="2570554" y="1160377"/>
                </a:lnTo>
                <a:cubicBezTo>
                  <a:pt x="2570554" y="1195956"/>
                  <a:pt x="2541669" y="1224841"/>
                  <a:pt x="2506090" y="1224841"/>
                </a:cubicBezTo>
                <a:lnTo>
                  <a:pt x="64463" y="1224841"/>
                </a:lnTo>
                <a:cubicBezTo>
                  <a:pt x="28885" y="1224841"/>
                  <a:pt x="0" y="1195956"/>
                  <a:pt x="0" y="116037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4178" y="3618115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83109" y="3747046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132922" y="105763"/>
                </a:moveTo>
                <a:lnTo>
                  <a:pt x="60814" y="105763"/>
                </a:lnTo>
                <a:cubicBezTo>
                  <a:pt x="61909" y="130127"/>
                  <a:pt x="67311" y="152564"/>
                  <a:pt x="74979" y="168995"/>
                </a:cubicBezTo>
                <a:cubicBezTo>
                  <a:pt x="79285" y="178249"/>
                  <a:pt x="83931" y="184784"/>
                  <a:pt x="88237" y="188788"/>
                </a:cubicBezTo>
                <a:cubicBezTo>
                  <a:pt x="92467" y="192754"/>
                  <a:pt x="95376" y="193396"/>
                  <a:pt x="96887" y="193396"/>
                </a:cubicBezTo>
                <a:cubicBezTo>
                  <a:pt x="98398" y="193396"/>
                  <a:pt x="101306" y="192754"/>
                  <a:pt x="105537" y="188788"/>
                </a:cubicBezTo>
                <a:cubicBezTo>
                  <a:pt x="109843" y="184784"/>
                  <a:pt x="114489" y="178211"/>
                  <a:pt x="118795" y="168995"/>
                </a:cubicBezTo>
                <a:cubicBezTo>
                  <a:pt x="126463" y="152564"/>
                  <a:pt x="131864" y="130127"/>
                  <a:pt x="132960" y="105763"/>
                </a:cubicBezTo>
                <a:close/>
                <a:moveTo>
                  <a:pt x="60776" y="87633"/>
                </a:moveTo>
                <a:lnTo>
                  <a:pt x="132884" y="87633"/>
                </a:lnTo>
                <a:cubicBezTo>
                  <a:pt x="131827" y="63269"/>
                  <a:pt x="126425" y="40832"/>
                  <a:pt x="118757" y="24401"/>
                </a:cubicBezTo>
                <a:cubicBezTo>
                  <a:pt x="114451" y="15185"/>
                  <a:pt x="109805" y="8612"/>
                  <a:pt x="105499" y="4608"/>
                </a:cubicBezTo>
                <a:cubicBezTo>
                  <a:pt x="101268" y="642"/>
                  <a:pt x="98360" y="0"/>
                  <a:pt x="96849" y="0"/>
                </a:cubicBezTo>
                <a:cubicBezTo>
                  <a:pt x="95338" y="0"/>
                  <a:pt x="92430" y="642"/>
                  <a:pt x="88199" y="4608"/>
                </a:cubicBezTo>
                <a:cubicBezTo>
                  <a:pt x="83893" y="8612"/>
                  <a:pt x="79247" y="15185"/>
                  <a:pt x="74941" y="24401"/>
                </a:cubicBezTo>
                <a:cubicBezTo>
                  <a:pt x="67273" y="40832"/>
                  <a:pt x="61872" y="63269"/>
                  <a:pt x="60776" y="87633"/>
                </a:cubicBezTo>
                <a:close/>
                <a:moveTo>
                  <a:pt x="42645" y="87633"/>
                </a:moveTo>
                <a:cubicBezTo>
                  <a:pt x="43967" y="55299"/>
                  <a:pt x="52315" y="25270"/>
                  <a:pt x="64516" y="5553"/>
                </a:cubicBezTo>
                <a:cubicBezTo>
                  <a:pt x="29727" y="17866"/>
                  <a:pt x="4117" y="49558"/>
                  <a:pt x="567" y="87633"/>
                </a:cubicBezTo>
                <a:lnTo>
                  <a:pt x="42645" y="87633"/>
                </a:lnTo>
                <a:close/>
                <a:moveTo>
                  <a:pt x="567" y="105763"/>
                </a:moveTo>
                <a:cubicBezTo>
                  <a:pt x="4117" y="143838"/>
                  <a:pt x="29727" y="175529"/>
                  <a:pt x="64516" y="187843"/>
                </a:cubicBezTo>
                <a:cubicBezTo>
                  <a:pt x="52315" y="168126"/>
                  <a:pt x="43967" y="138097"/>
                  <a:pt x="42645" y="105763"/>
                </a:cubicBezTo>
                <a:lnTo>
                  <a:pt x="567" y="105763"/>
                </a:lnTo>
                <a:close/>
                <a:moveTo>
                  <a:pt x="151053" y="105763"/>
                </a:moveTo>
                <a:cubicBezTo>
                  <a:pt x="149731" y="138097"/>
                  <a:pt x="141383" y="168126"/>
                  <a:pt x="129182" y="187843"/>
                </a:cubicBezTo>
                <a:cubicBezTo>
                  <a:pt x="163971" y="175492"/>
                  <a:pt x="189581" y="143838"/>
                  <a:pt x="193131" y="105763"/>
                </a:cubicBezTo>
                <a:lnTo>
                  <a:pt x="151053" y="105763"/>
                </a:lnTo>
                <a:close/>
                <a:moveTo>
                  <a:pt x="193131" y="87633"/>
                </a:moveTo>
                <a:cubicBezTo>
                  <a:pt x="189581" y="49558"/>
                  <a:pt x="163971" y="17866"/>
                  <a:pt x="129182" y="5553"/>
                </a:cubicBezTo>
                <a:cubicBezTo>
                  <a:pt x="141383" y="25270"/>
                  <a:pt x="149731" y="55299"/>
                  <a:pt x="151053" y="87633"/>
                </a:cubicBezTo>
                <a:lnTo>
                  <a:pt x="193131" y="8763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Text 38"/>
          <p:cNvSpPr/>
          <p:nvPr/>
        </p:nvSpPr>
        <p:spPr>
          <a:xfrm>
            <a:off x="6486317" y="4166070"/>
            <a:ext cx="238521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0346" y="4391699"/>
            <a:ext cx="237715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 online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94896" y="3489184"/>
            <a:ext cx="2570554" cy="1224841"/>
          </a:xfrm>
          <a:custGeom>
            <a:avLst/>
            <a:gdLst/>
            <a:ahLst/>
            <a:cxnLst/>
            <a:rect l="l" t="t" r="r" b="b"/>
            <a:pathLst>
              <a:path w="2570554" h="1224841">
                <a:moveTo>
                  <a:pt x="64463" y="0"/>
                </a:moveTo>
                <a:lnTo>
                  <a:pt x="2506090" y="0"/>
                </a:lnTo>
                <a:cubicBezTo>
                  <a:pt x="2541669" y="0"/>
                  <a:pt x="2570554" y="28885"/>
                  <a:pt x="2570554" y="64463"/>
                </a:cubicBezTo>
                <a:lnTo>
                  <a:pt x="2570554" y="1160377"/>
                </a:lnTo>
                <a:cubicBezTo>
                  <a:pt x="2570554" y="1195956"/>
                  <a:pt x="2541669" y="1224841"/>
                  <a:pt x="2506090" y="1224841"/>
                </a:cubicBezTo>
                <a:lnTo>
                  <a:pt x="64463" y="1224841"/>
                </a:lnTo>
                <a:cubicBezTo>
                  <a:pt x="28885" y="1224841"/>
                  <a:pt x="0" y="1195956"/>
                  <a:pt x="0" y="116037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155425" y="3618115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284356" y="3747046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18131" y="24174"/>
                </a:moveTo>
                <a:cubicBezTo>
                  <a:pt x="8121" y="24174"/>
                  <a:pt x="0" y="32296"/>
                  <a:pt x="0" y="42305"/>
                </a:cubicBezTo>
                <a:cubicBezTo>
                  <a:pt x="0" y="48009"/>
                  <a:pt x="2682" y="53373"/>
                  <a:pt x="7252" y="56810"/>
                </a:cubicBezTo>
                <a:lnTo>
                  <a:pt x="85819" y="115735"/>
                </a:lnTo>
                <a:cubicBezTo>
                  <a:pt x="92279" y="120570"/>
                  <a:pt x="101117" y="120570"/>
                  <a:pt x="107576" y="115735"/>
                </a:cubicBezTo>
                <a:lnTo>
                  <a:pt x="186144" y="56810"/>
                </a:lnTo>
                <a:cubicBezTo>
                  <a:pt x="190714" y="53373"/>
                  <a:pt x="193396" y="48009"/>
                  <a:pt x="193396" y="42305"/>
                </a:cubicBezTo>
                <a:cubicBezTo>
                  <a:pt x="193396" y="32296"/>
                  <a:pt x="185275" y="24174"/>
                  <a:pt x="175265" y="24174"/>
                </a:cubicBezTo>
                <a:lnTo>
                  <a:pt x="18131" y="24174"/>
                </a:lnTo>
                <a:close/>
                <a:moveTo>
                  <a:pt x="0" y="74034"/>
                </a:moveTo>
                <a:lnTo>
                  <a:pt x="0" y="145047"/>
                </a:lnTo>
                <a:cubicBezTo>
                  <a:pt x="0" y="158381"/>
                  <a:pt x="10841" y="169221"/>
                  <a:pt x="24174" y="169221"/>
                </a:cubicBezTo>
                <a:lnTo>
                  <a:pt x="169221" y="169221"/>
                </a:lnTo>
                <a:cubicBezTo>
                  <a:pt x="182555" y="169221"/>
                  <a:pt x="193396" y="158381"/>
                  <a:pt x="193396" y="145047"/>
                </a:cubicBezTo>
                <a:lnTo>
                  <a:pt x="193396" y="74034"/>
                </a:lnTo>
                <a:lnTo>
                  <a:pt x="118455" y="130240"/>
                </a:lnTo>
                <a:cubicBezTo>
                  <a:pt x="105575" y="139910"/>
                  <a:pt x="87821" y="139910"/>
                  <a:pt x="74941" y="130240"/>
                </a:cubicBezTo>
                <a:lnTo>
                  <a:pt x="0" y="74034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5" name="Text 43"/>
          <p:cNvSpPr/>
          <p:nvPr/>
        </p:nvSpPr>
        <p:spPr>
          <a:xfrm>
            <a:off x="9187564" y="4166070"/>
            <a:ext cx="238521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91594" y="4391699"/>
            <a:ext cx="237715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message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3648" y="4846985"/>
            <a:ext cx="5270038" cy="8058"/>
          </a:xfrm>
          <a:custGeom>
            <a:avLst/>
            <a:gdLst/>
            <a:ahLst/>
            <a:cxnLst/>
            <a:rect l="l" t="t" r="r" b="b"/>
            <a:pathLst>
              <a:path w="5270038" h="8058">
                <a:moveTo>
                  <a:pt x="0" y="0"/>
                </a:moveTo>
                <a:lnTo>
                  <a:pt x="5270038" y="0"/>
                </a:lnTo>
                <a:lnTo>
                  <a:pt x="5270038" y="8058"/>
                </a:lnTo>
                <a:lnTo>
                  <a:pt x="0" y="805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8" name="Text 46"/>
          <p:cNvSpPr/>
          <p:nvPr/>
        </p:nvSpPr>
        <p:spPr>
          <a:xfrm>
            <a:off x="6361416" y="4979944"/>
            <a:ext cx="533450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from </a:t>
            </a:r>
            <a:pPr algn="ctr">
              <a:lnSpc>
                <a:spcPct val="130000"/>
              </a:lnSpc>
            </a:pPr>
            <a:r>
              <a:rPr lang="en-US" sz="101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unified interface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8443" y="5503725"/>
            <a:ext cx="11531231" cy="1031445"/>
          </a:xfrm>
          <a:custGeom>
            <a:avLst/>
            <a:gdLst/>
            <a:ahLst/>
            <a:cxnLst/>
            <a:rect l="l" t="t" r="r" b="b"/>
            <a:pathLst>
              <a:path w="11531231" h="1031445">
                <a:moveTo>
                  <a:pt x="32233" y="0"/>
                </a:moveTo>
                <a:lnTo>
                  <a:pt x="11434533" y="0"/>
                </a:lnTo>
                <a:cubicBezTo>
                  <a:pt x="11487938" y="0"/>
                  <a:pt x="11531231" y="43293"/>
                  <a:pt x="11531231" y="96698"/>
                </a:cubicBezTo>
                <a:lnTo>
                  <a:pt x="11531231" y="934747"/>
                </a:lnTo>
                <a:cubicBezTo>
                  <a:pt x="11531231" y="988152"/>
                  <a:pt x="11487938" y="1031445"/>
                  <a:pt x="11434533" y="1031445"/>
                </a:cubicBezTo>
                <a:lnTo>
                  <a:pt x="32233" y="1031445"/>
                </a:lnTo>
                <a:cubicBezTo>
                  <a:pt x="14431" y="1031445"/>
                  <a:pt x="0" y="1017014"/>
                  <a:pt x="0" y="9992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338443" y="5503725"/>
            <a:ext cx="32233" cy="1031445"/>
          </a:xfrm>
          <a:custGeom>
            <a:avLst/>
            <a:gdLst/>
            <a:ahLst/>
            <a:cxnLst/>
            <a:rect l="l" t="t" r="r" b="b"/>
            <a:pathLst>
              <a:path w="32233" h="1031445">
                <a:moveTo>
                  <a:pt x="32233" y="0"/>
                </a:moveTo>
                <a:lnTo>
                  <a:pt x="32233" y="0"/>
                </a:lnTo>
                <a:lnTo>
                  <a:pt x="32233" y="1031445"/>
                </a:lnTo>
                <a:lnTo>
                  <a:pt x="32233" y="1031445"/>
                </a:lnTo>
                <a:cubicBezTo>
                  <a:pt x="14431" y="1031445"/>
                  <a:pt x="0" y="1017014"/>
                  <a:pt x="0" y="9992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51" name="Shape 49"/>
          <p:cNvSpPr/>
          <p:nvPr/>
        </p:nvSpPr>
        <p:spPr>
          <a:xfrm>
            <a:off x="515722" y="5761586"/>
            <a:ext cx="515722" cy="515722"/>
          </a:xfrm>
          <a:custGeom>
            <a:avLst/>
            <a:gdLst/>
            <a:ahLst/>
            <a:cxnLst/>
            <a:rect l="l" t="t" r="r" b="b"/>
            <a:pathLst>
              <a:path w="515722" h="515722">
                <a:moveTo>
                  <a:pt x="257861" y="0"/>
                </a:moveTo>
                <a:lnTo>
                  <a:pt x="257861" y="0"/>
                </a:lnTo>
                <a:cubicBezTo>
                  <a:pt x="400179" y="0"/>
                  <a:pt x="515722" y="115544"/>
                  <a:pt x="515722" y="257861"/>
                </a:cubicBezTo>
                <a:lnTo>
                  <a:pt x="515722" y="257861"/>
                </a:lnTo>
                <a:cubicBezTo>
                  <a:pt x="515722" y="400179"/>
                  <a:pt x="400179" y="515722"/>
                  <a:pt x="257861" y="515722"/>
                </a:cubicBezTo>
                <a:lnTo>
                  <a:pt x="257861" y="515722"/>
                </a:lnTo>
                <a:cubicBezTo>
                  <a:pt x="115544" y="515722"/>
                  <a:pt x="0" y="400179"/>
                  <a:pt x="0" y="257861"/>
                </a:cubicBezTo>
                <a:lnTo>
                  <a:pt x="0" y="257861"/>
                </a:lnTo>
                <a:cubicBezTo>
                  <a:pt x="0" y="115544"/>
                  <a:pt x="115544" y="0"/>
                  <a:pt x="257861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4726" y="5898575"/>
            <a:ext cx="241745" cy="241745"/>
          </a:xfrm>
          <a:custGeom>
            <a:avLst/>
            <a:gdLst/>
            <a:ahLst/>
            <a:cxnLst/>
            <a:rect l="l" t="t" r="r" b="b"/>
            <a:pathLst>
              <a:path w="241745" h="241745">
                <a:moveTo>
                  <a:pt x="211527" y="120872"/>
                </a:moveTo>
                <a:cubicBezTo>
                  <a:pt x="211527" y="70839"/>
                  <a:pt x="170906" y="30218"/>
                  <a:pt x="120872" y="30218"/>
                </a:cubicBezTo>
                <a:cubicBezTo>
                  <a:pt x="70839" y="30218"/>
                  <a:pt x="30218" y="70839"/>
                  <a:pt x="30218" y="120872"/>
                </a:cubicBezTo>
                <a:cubicBezTo>
                  <a:pt x="30218" y="170906"/>
                  <a:pt x="70839" y="211527"/>
                  <a:pt x="120872" y="211527"/>
                </a:cubicBezTo>
                <a:cubicBezTo>
                  <a:pt x="170906" y="211527"/>
                  <a:pt x="211527" y="170906"/>
                  <a:pt x="211527" y="120872"/>
                </a:cubicBezTo>
                <a:close/>
                <a:moveTo>
                  <a:pt x="0" y="120872"/>
                </a:moveTo>
                <a:cubicBezTo>
                  <a:pt x="0" y="54161"/>
                  <a:pt x="54161" y="0"/>
                  <a:pt x="120872" y="0"/>
                </a:cubicBezTo>
                <a:cubicBezTo>
                  <a:pt x="187584" y="0"/>
                  <a:pt x="241745" y="54161"/>
                  <a:pt x="241745" y="120872"/>
                </a:cubicBezTo>
                <a:cubicBezTo>
                  <a:pt x="241745" y="187584"/>
                  <a:pt x="187584" y="241745"/>
                  <a:pt x="120872" y="241745"/>
                </a:cubicBezTo>
                <a:cubicBezTo>
                  <a:pt x="54161" y="241745"/>
                  <a:pt x="0" y="187584"/>
                  <a:pt x="0" y="120872"/>
                </a:cubicBezTo>
                <a:close/>
                <a:moveTo>
                  <a:pt x="120872" y="158645"/>
                </a:moveTo>
                <a:cubicBezTo>
                  <a:pt x="141720" y="158645"/>
                  <a:pt x="158645" y="141720"/>
                  <a:pt x="158645" y="120872"/>
                </a:cubicBezTo>
                <a:cubicBezTo>
                  <a:pt x="158645" y="100025"/>
                  <a:pt x="141720" y="83100"/>
                  <a:pt x="120872" y="83100"/>
                </a:cubicBezTo>
                <a:cubicBezTo>
                  <a:pt x="100025" y="83100"/>
                  <a:pt x="83100" y="100025"/>
                  <a:pt x="83100" y="120872"/>
                </a:cubicBezTo>
                <a:cubicBezTo>
                  <a:pt x="83100" y="141720"/>
                  <a:pt x="100025" y="158645"/>
                  <a:pt x="120872" y="158645"/>
                </a:cubicBezTo>
                <a:close/>
                <a:moveTo>
                  <a:pt x="120872" y="52882"/>
                </a:moveTo>
                <a:cubicBezTo>
                  <a:pt x="158398" y="52882"/>
                  <a:pt x="188863" y="83347"/>
                  <a:pt x="188863" y="120872"/>
                </a:cubicBezTo>
                <a:cubicBezTo>
                  <a:pt x="188863" y="158398"/>
                  <a:pt x="158398" y="188863"/>
                  <a:pt x="120872" y="188863"/>
                </a:cubicBezTo>
                <a:cubicBezTo>
                  <a:pt x="83347" y="188863"/>
                  <a:pt x="52882" y="158398"/>
                  <a:pt x="52882" y="120872"/>
                </a:cubicBezTo>
                <a:cubicBezTo>
                  <a:pt x="52882" y="83347"/>
                  <a:pt x="83347" y="52882"/>
                  <a:pt x="120872" y="52882"/>
                </a:cubicBezTo>
                <a:close/>
                <a:moveTo>
                  <a:pt x="105763" y="120872"/>
                </a:moveTo>
                <a:cubicBezTo>
                  <a:pt x="105763" y="112534"/>
                  <a:pt x="112534" y="105763"/>
                  <a:pt x="120872" y="105763"/>
                </a:cubicBezTo>
                <a:cubicBezTo>
                  <a:pt x="129211" y="105763"/>
                  <a:pt x="135981" y="112534"/>
                  <a:pt x="135981" y="120872"/>
                </a:cubicBezTo>
                <a:cubicBezTo>
                  <a:pt x="135981" y="129211"/>
                  <a:pt x="129211" y="135981"/>
                  <a:pt x="120872" y="135981"/>
                </a:cubicBezTo>
                <a:cubicBezTo>
                  <a:pt x="112534" y="135981"/>
                  <a:pt x="105763" y="129211"/>
                  <a:pt x="105763" y="120872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53" name="Text 51"/>
          <p:cNvSpPr/>
          <p:nvPr/>
        </p:nvSpPr>
        <p:spPr>
          <a:xfrm>
            <a:off x="1192608" y="5664888"/>
            <a:ext cx="10596484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Goal: Unified Customer Experience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92608" y="5954982"/>
            <a:ext cx="10580367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get a single, consistent interface for interacting with any business—whether they want to talk to AI, call directly, send a text, or visit the website. </a:t>
            </a:r>
            <a:pPr>
              <a:lnSpc>
                <a:spcPct val="140000"/>
              </a:lnSpc>
            </a:pPr>
            <a:r>
              <a:rPr lang="en-US" sz="101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QR code, infinite possibilities.</a:t>
            </a:r>
            <a:endParaRPr lang="en-US" sz="1600" dirty="0"/>
          </a:p>
        </p:txBody>
      </p:sp>
      <p:pic>
        <p:nvPicPr>
          <p:cNvPr id="55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4356" y="-102425"/>
            <a:ext cx="1204637" cy="155862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1438275" cy="304800"/>
          </a:xfrm>
          <a:custGeom>
            <a:avLst/>
            <a:gdLst/>
            <a:ahLst/>
            <a:cxnLst/>
            <a:rect l="l" t="t" r="r" b="b"/>
            <a:pathLst>
              <a:path w="1438275" h="304800">
                <a:moveTo>
                  <a:pt x="152400" y="0"/>
                </a:moveTo>
                <a:lnTo>
                  <a:pt x="1285875" y="0"/>
                </a:lnTo>
                <a:cubicBezTo>
                  <a:pt x="1369987" y="0"/>
                  <a:pt x="1438275" y="68288"/>
                  <a:pt x="1438275" y="152400"/>
                </a:cubicBezTo>
                <a:lnTo>
                  <a:pt x="1438275" y="152400"/>
                </a:lnTo>
                <a:cubicBezTo>
                  <a:pt x="1438275" y="236512"/>
                  <a:pt x="1369987" y="304800"/>
                  <a:pt x="12858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2107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4619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Simple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onboard in minutes, not days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4438650" cy="4705350"/>
          </a:xfrm>
          <a:custGeom>
            <a:avLst/>
            <a:gdLst/>
            <a:ahLst/>
            <a:cxnLst/>
            <a:rect l="l" t="t" r="r" b="b"/>
            <a:pathLst>
              <a:path w="4438650" h="4705350">
                <a:moveTo>
                  <a:pt x="114295" y="0"/>
                </a:moveTo>
                <a:lnTo>
                  <a:pt x="4324355" y="0"/>
                </a:lnTo>
                <a:cubicBezTo>
                  <a:pt x="4387478" y="0"/>
                  <a:pt x="4438650" y="51172"/>
                  <a:pt x="4438650" y="114295"/>
                </a:cubicBezTo>
                <a:lnTo>
                  <a:pt x="4438650" y="4591055"/>
                </a:lnTo>
                <a:cubicBezTo>
                  <a:pt x="4438650" y="4654178"/>
                  <a:pt x="4387478" y="4705350"/>
                  <a:pt x="4324355" y="4705350"/>
                </a:cubicBezTo>
                <a:lnTo>
                  <a:pt x="114295" y="4705350"/>
                </a:lnTo>
                <a:cubicBezTo>
                  <a:pt x="51172" y="4705350"/>
                  <a:pt x="0" y="4654178"/>
                  <a:pt x="0" y="45910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780" y="307895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377380" y="33075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561975" y="4183856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 AI Goes Live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263" y="4602956"/>
            <a:ext cx="4057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 verified, the AI assistant is immediately active and ready to handle customer inquiries 24/7.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0672" y="623888"/>
            <a:ext cx="6667500" cy="1762125"/>
          </a:xfrm>
          <a:custGeom>
            <a:avLst/>
            <a:gdLst/>
            <a:ahLst/>
            <a:cxnLst/>
            <a:rect l="l" t="t" r="r" b="b"/>
            <a:pathLst>
              <a:path w="6667500" h="1762125">
                <a:moveTo>
                  <a:pt x="114291" y="0"/>
                </a:moveTo>
                <a:lnTo>
                  <a:pt x="6553209" y="0"/>
                </a:lnTo>
                <a:cubicBezTo>
                  <a:pt x="6616330" y="0"/>
                  <a:pt x="6667500" y="51170"/>
                  <a:pt x="6667500" y="114291"/>
                </a:cubicBezTo>
                <a:lnTo>
                  <a:pt x="6667500" y="1647834"/>
                </a:lnTo>
                <a:cubicBezTo>
                  <a:pt x="6667500" y="1710955"/>
                  <a:pt x="6616330" y="1762125"/>
                  <a:pt x="655320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74035" y="857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5599361" y="990600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4135" y="857250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Your Business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4135" y="1276350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for your business on Google Maps. Our system pulls existing data including location, hours, photos, and reviews.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3185" y="1962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6478935" y="192405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Maps integration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0672" y="2547938"/>
            <a:ext cx="6667500" cy="1762125"/>
          </a:xfrm>
          <a:custGeom>
            <a:avLst/>
            <a:gdLst/>
            <a:ahLst/>
            <a:cxnLst/>
            <a:rect l="l" t="t" r="r" b="b"/>
            <a:pathLst>
              <a:path w="6667500" h="1762125">
                <a:moveTo>
                  <a:pt x="114291" y="0"/>
                </a:moveTo>
                <a:lnTo>
                  <a:pt x="6553209" y="0"/>
                </a:lnTo>
                <a:cubicBezTo>
                  <a:pt x="6616330" y="0"/>
                  <a:pt x="6667500" y="51170"/>
                  <a:pt x="6667500" y="114291"/>
                </a:cubicBezTo>
                <a:lnTo>
                  <a:pt x="6667500" y="1647834"/>
                </a:lnTo>
                <a:cubicBezTo>
                  <a:pt x="6667500" y="1710955"/>
                  <a:pt x="6616330" y="1762125"/>
                  <a:pt x="655320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4035" y="2781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5599361" y="2914650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4135" y="2781300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Your QR 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4135" y="3200400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Customize colors and branding to match your business. Preview how the QR sticker will look on your storefront.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3185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76468"/>
                  <a:pt x="152400" y="76736"/>
                  <a:pt x="152400" y="77004"/>
                </a:cubicBezTo>
                <a:cubicBezTo>
                  <a:pt x="152281" y="87868"/>
                  <a:pt x="142399" y="95250"/>
                  <a:pt x="131534" y="95250"/>
                </a:cubicBezTo>
                <a:lnTo>
                  <a:pt x="102394" y="95250"/>
                </a:lnTo>
                <a:cubicBezTo>
                  <a:pt x="94506" y="95250"/>
                  <a:pt x="88106" y="101650"/>
                  <a:pt x="88106" y="109537"/>
                </a:cubicBezTo>
                <a:cubicBezTo>
                  <a:pt x="88106" y="110550"/>
                  <a:pt x="88225" y="111532"/>
                  <a:pt x="88404" y="112484"/>
                </a:cubicBezTo>
                <a:cubicBezTo>
                  <a:pt x="89029" y="115520"/>
                  <a:pt x="90339" y="118437"/>
                  <a:pt x="91619" y="121384"/>
                </a:cubicBezTo>
                <a:cubicBezTo>
                  <a:pt x="93434" y="125492"/>
                  <a:pt x="95220" y="129570"/>
                  <a:pt x="95220" y="133886"/>
                </a:cubicBezTo>
                <a:cubicBezTo>
                  <a:pt x="95220" y="143351"/>
                  <a:pt x="88791" y="151954"/>
                  <a:pt x="79325" y="152340"/>
                </a:cubicBezTo>
                <a:cubicBezTo>
                  <a:pt x="78284" y="152370"/>
                  <a:pt x="77242" y="152400"/>
                  <a:pt x="76170" y="152400"/>
                </a:cubicBezTo>
                <a:cubicBezTo>
                  <a:pt x="34082" y="152400"/>
                  <a:pt x="-30" y="118289"/>
                  <a:pt x="-30" y="76200"/>
                </a:cubicBezTo>
                <a:cubicBezTo>
                  <a:pt x="-3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close/>
                <a:moveTo>
                  <a:pt x="38100" y="85725"/>
                </a:moveTo>
                <a:cubicBezTo>
                  <a:pt x="38100" y="80468"/>
                  <a:pt x="33832" y="76200"/>
                  <a:pt x="28575" y="76200"/>
                </a:cubicBezTo>
                <a:cubicBezTo>
                  <a:pt x="23318" y="76200"/>
                  <a:pt x="19050" y="80468"/>
                  <a:pt x="19050" y="85725"/>
                </a:cubicBezTo>
                <a:cubicBezTo>
                  <a:pt x="19050" y="90982"/>
                  <a:pt x="23318" y="95250"/>
                  <a:pt x="28575" y="95250"/>
                </a:cubicBezTo>
                <a:cubicBezTo>
                  <a:pt x="33832" y="95250"/>
                  <a:pt x="38100" y="90982"/>
                  <a:pt x="38100" y="85725"/>
                </a:cubicBezTo>
                <a:close/>
                <a:moveTo>
                  <a:pt x="38100" y="57150"/>
                </a:moveTo>
                <a:cubicBezTo>
                  <a:pt x="43357" y="57150"/>
                  <a:pt x="47625" y="52882"/>
                  <a:pt x="47625" y="47625"/>
                </a:cubicBezTo>
                <a:cubicBezTo>
                  <a:pt x="47625" y="42368"/>
                  <a:pt x="43357" y="38100"/>
                  <a:pt x="38100" y="38100"/>
                </a:cubicBezTo>
                <a:cubicBezTo>
                  <a:pt x="32843" y="38100"/>
                  <a:pt x="28575" y="42368"/>
                  <a:pt x="28575" y="47625"/>
                </a:cubicBezTo>
                <a:cubicBezTo>
                  <a:pt x="28575" y="52882"/>
                  <a:pt x="32843" y="57150"/>
                  <a:pt x="38100" y="5715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114300" y="57150"/>
                </a:moveTo>
                <a:cubicBezTo>
                  <a:pt x="119557" y="57150"/>
                  <a:pt x="123825" y="52882"/>
                  <a:pt x="123825" y="47625"/>
                </a:cubicBezTo>
                <a:cubicBezTo>
                  <a:pt x="123825" y="42368"/>
                  <a:pt x="119557" y="38100"/>
                  <a:pt x="114300" y="38100"/>
                </a:cubicBezTo>
                <a:cubicBezTo>
                  <a:pt x="109043" y="38100"/>
                  <a:pt x="104775" y="42368"/>
                  <a:pt x="104775" y="47625"/>
                </a:cubicBezTo>
                <a:cubicBezTo>
                  <a:pt x="104775" y="52882"/>
                  <a:pt x="109043" y="57150"/>
                  <a:pt x="114300" y="5715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6478935" y="38481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customization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0672" y="4471988"/>
            <a:ext cx="6667500" cy="1762125"/>
          </a:xfrm>
          <a:custGeom>
            <a:avLst/>
            <a:gdLst/>
            <a:ahLst/>
            <a:cxnLst/>
            <a:rect l="l" t="t" r="r" b="b"/>
            <a:pathLst>
              <a:path w="6667500" h="1762125">
                <a:moveTo>
                  <a:pt x="114291" y="0"/>
                </a:moveTo>
                <a:lnTo>
                  <a:pt x="6553209" y="0"/>
                </a:lnTo>
                <a:cubicBezTo>
                  <a:pt x="6616330" y="0"/>
                  <a:pt x="6667500" y="51170"/>
                  <a:pt x="6667500" y="114291"/>
                </a:cubicBezTo>
                <a:lnTo>
                  <a:pt x="6667500" y="1647834"/>
                </a:lnTo>
                <a:cubicBezTo>
                  <a:pt x="6667500" y="1710955"/>
                  <a:pt x="6616330" y="1762125"/>
                  <a:pt x="655320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4035" y="4705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5599361" y="4838700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74135" y="4705350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Customer Routes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4135" y="5124450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how customers can reach you: phone, text, email, website. The AI uses these to complete transactions.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3185" y="5810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85" y="7441"/>
                </a:moveTo>
                <a:cubicBezTo>
                  <a:pt x="45333" y="1816"/>
                  <a:pt x="39201" y="-1161"/>
                  <a:pt x="33367" y="417"/>
                </a:cubicBezTo>
                <a:lnTo>
                  <a:pt x="31730" y="863"/>
                </a:lnTo>
                <a:cubicBezTo>
                  <a:pt x="12502" y="6102"/>
                  <a:pt x="-3929" y="24735"/>
                  <a:pt x="863" y="47417"/>
                </a:cubicBezTo>
                <a:cubicBezTo>
                  <a:pt x="11906" y="99506"/>
                  <a:pt x="52894" y="140494"/>
                  <a:pt x="104983" y="151537"/>
                </a:cubicBezTo>
                <a:cubicBezTo>
                  <a:pt x="127695" y="156359"/>
                  <a:pt x="146298" y="139898"/>
                  <a:pt x="151537" y="120670"/>
                </a:cubicBezTo>
                <a:lnTo>
                  <a:pt x="151983" y="119033"/>
                </a:lnTo>
                <a:cubicBezTo>
                  <a:pt x="153591" y="113169"/>
                  <a:pt x="150584" y="107037"/>
                  <a:pt x="144988" y="104715"/>
                </a:cubicBezTo>
                <a:lnTo>
                  <a:pt x="116026" y="92660"/>
                </a:lnTo>
                <a:cubicBezTo>
                  <a:pt x="111115" y="90607"/>
                  <a:pt x="105430" y="92035"/>
                  <a:pt x="102037" y="96173"/>
                </a:cubicBezTo>
                <a:lnTo>
                  <a:pt x="90547" y="110222"/>
                </a:lnTo>
                <a:cubicBezTo>
                  <a:pt x="69622" y="99834"/>
                  <a:pt x="52774" y="82451"/>
                  <a:pt x="43101" y="61109"/>
                </a:cubicBezTo>
                <a:lnTo>
                  <a:pt x="56257" y="50393"/>
                </a:lnTo>
                <a:cubicBezTo>
                  <a:pt x="60394" y="47030"/>
                  <a:pt x="61793" y="41344"/>
                  <a:pt x="59769" y="36403"/>
                </a:cubicBezTo>
                <a:lnTo>
                  <a:pt x="47685" y="7441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6440835" y="57721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74818" y="5810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4" name="Text 32"/>
          <p:cNvSpPr/>
          <p:nvPr/>
        </p:nvSpPr>
        <p:spPr>
          <a:xfrm>
            <a:off x="7122468" y="577215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90383" y="5810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6" name="Text 34"/>
          <p:cNvSpPr/>
          <p:nvPr/>
        </p:nvSpPr>
        <p:spPr>
          <a:xfrm>
            <a:off x="7838033" y="57721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0632" y="5810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8638282" y="5772150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endParaRPr lang="en-US" sz="1600" dirty="0"/>
          </a:p>
        </p:txBody>
      </p:sp>
      <p:pic>
        <p:nvPicPr>
          <p:cNvPr id="39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8116" y="5619750"/>
            <a:ext cx="1460994" cy="189030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https://kimi-img.moonshot.cn/pub/slides/okc/7nb4wss7tyqew/qr_scanning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65" b="765"/>
          <a:stretch/>
        </p:blipFill>
        <p:spPr>
          <a:xfrm>
            <a:off x="0" y="0"/>
            <a:ext cx="12192000" cy="6860275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363940" y="363940"/>
            <a:ext cx="2220036" cy="291152"/>
          </a:xfrm>
          <a:custGeom>
            <a:avLst/>
            <a:gdLst/>
            <a:ahLst/>
            <a:cxnLst/>
            <a:rect l="l" t="t" r="r" b="b"/>
            <a:pathLst>
              <a:path w="2220036" h="291152">
                <a:moveTo>
                  <a:pt x="145576" y="0"/>
                </a:moveTo>
                <a:lnTo>
                  <a:pt x="2074460" y="0"/>
                </a:lnTo>
                <a:cubicBezTo>
                  <a:pt x="2154859" y="0"/>
                  <a:pt x="2220036" y="65177"/>
                  <a:pt x="2220036" y="145576"/>
                </a:cubicBezTo>
                <a:lnTo>
                  <a:pt x="2220036" y="145576"/>
                </a:lnTo>
                <a:cubicBezTo>
                  <a:pt x="2220036" y="225976"/>
                  <a:pt x="2154859" y="291152"/>
                  <a:pt x="2074460" y="291152"/>
                </a:cubicBezTo>
                <a:lnTo>
                  <a:pt x="145576" y="291152"/>
                </a:lnTo>
                <a:cubicBezTo>
                  <a:pt x="65230" y="291152"/>
                  <a:pt x="0" y="225922"/>
                  <a:pt x="0" y="145576"/>
                </a:cubicBezTo>
                <a:lnTo>
                  <a:pt x="0" y="145576"/>
                </a:lnTo>
                <a:cubicBezTo>
                  <a:pt x="0" y="65230"/>
                  <a:pt x="65230" y="0"/>
                  <a:pt x="145576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9516" y="427630"/>
            <a:ext cx="1998686" cy="154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spc="57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DEPLOYMENT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3940" y="764275"/>
            <a:ext cx="11682484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9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QR Sticker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3940" y="1273791"/>
            <a:ext cx="1155510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Storefront AI portal—turning physical locations into voice endpoints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8490" y="1678675"/>
            <a:ext cx="5631976" cy="5177051"/>
          </a:xfrm>
          <a:custGeom>
            <a:avLst/>
            <a:gdLst/>
            <a:ahLst/>
            <a:cxnLst/>
            <a:rect l="l" t="t" r="r" b="b"/>
            <a:pathLst>
              <a:path w="5631976" h="5177051">
                <a:moveTo>
                  <a:pt x="109184" y="0"/>
                </a:moveTo>
                <a:lnTo>
                  <a:pt x="5522792" y="0"/>
                </a:lnTo>
                <a:cubicBezTo>
                  <a:pt x="5583093" y="0"/>
                  <a:pt x="5631976" y="48883"/>
                  <a:pt x="5631976" y="109184"/>
                </a:cubicBezTo>
                <a:lnTo>
                  <a:pt x="5631976" y="5067867"/>
                </a:lnTo>
                <a:cubicBezTo>
                  <a:pt x="5631976" y="5128167"/>
                  <a:pt x="5583093" y="5177051"/>
                  <a:pt x="5522792" y="5177051"/>
                </a:cubicBezTo>
                <a:lnTo>
                  <a:pt x="109184" y="5177051"/>
                </a:lnTo>
                <a:cubicBezTo>
                  <a:pt x="48883" y="5177051"/>
                  <a:pt x="0" y="5128167"/>
                  <a:pt x="0" y="5067867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403" y="1901588"/>
            <a:ext cx="5295331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Locations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1403" y="2374710"/>
            <a:ext cx="5186149" cy="764275"/>
          </a:xfrm>
          <a:custGeom>
            <a:avLst/>
            <a:gdLst/>
            <a:ahLst/>
            <a:cxnLst/>
            <a:rect l="l" t="t" r="r" b="b"/>
            <a:pathLst>
              <a:path w="5186149" h="764275">
                <a:moveTo>
                  <a:pt x="72790" y="0"/>
                </a:moveTo>
                <a:lnTo>
                  <a:pt x="5113360" y="0"/>
                </a:lnTo>
                <a:cubicBezTo>
                  <a:pt x="5153560" y="0"/>
                  <a:pt x="5186149" y="32589"/>
                  <a:pt x="5186149" y="72790"/>
                </a:cubicBezTo>
                <a:lnTo>
                  <a:pt x="5186149" y="691485"/>
                </a:lnTo>
                <a:cubicBezTo>
                  <a:pt x="5186149" y="731686"/>
                  <a:pt x="5153560" y="764275"/>
                  <a:pt x="511336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36979" y="2538484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4358" y="2665863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0911" y="25696"/>
                </a:moveTo>
                <a:cubicBezTo>
                  <a:pt x="13363" y="17202"/>
                  <a:pt x="21147" y="11373"/>
                  <a:pt x="29997" y="11373"/>
                </a:cubicBezTo>
                <a:lnTo>
                  <a:pt x="152258" y="11373"/>
                </a:lnTo>
                <a:cubicBezTo>
                  <a:pt x="161108" y="11373"/>
                  <a:pt x="168891" y="17202"/>
                  <a:pt x="171379" y="25696"/>
                </a:cubicBezTo>
                <a:lnTo>
                  <a:pt x="179696" y="54200"/>
                </a:lnTo>
                <a:cubicBezTo>
                  <a:pt x="184245" y="69732"/>
                  <a:pt x="172552" y="85299"/>
                  <a:pt x="156381" y="85299"/>
                </a:cubicBezTo>
                <a:cubicBezTo>
                  <a:pt x="147033" y="85299"/>
                  <a:pt x="138823" y="80003"/>
                  <a:pt x="134772" y="72113"/>
                </a:cubicBezTo>
                <a:cubicBezTo>
                  <a:pt x="130649" y="79896"/>
                  <a:pt x="122474" y="85299"/>
                  <a:pt x="112949" y="85299"/>
                </a:cubicBezTo>
                <a:cubicBezTo>
                  <a:pt x="103496" y="85299"/>
                  <a:pt x="95286" y="79967"/>
                  <a:pt x="91163" y="72148"/>
                </a:cubicBezTo>
                <a:cubicBezTo>
                  <a:pt x="87040" y="79967"/>
                  <a:pt x="78830" y="85299"/>
                  <a:pt x="69376" y="85299"/>
                </a:cubicBezTo>
                <a:cubicBezTo>
                  <a:pt x="59851" y="85299"/>
                  <a:pt x="51677" y="79932"/>
                  <a:pt x="47554" y="72113"/>
                </a:cubicBezTo>
                <a:cubicBezTo>
                  <a:pt x="43502" y="79967"/>
                  <a:pt x="35292" y="85299"/>
                  <a:pt x="25945" y="85299"/>
                </a:cubicBezTo>
                <a:cubicBezTo>
                  <a:pt x="9738" y="85299"/>
                  <a:pt x="-1919" y="69767"/>
                  <a:pt x="2630" y="54200"/>
                </a:cubicBezTo>
                <a:lnTo>
                  <a:pt x="10911" y="25696"/>
                </a:lnTo>
                <a:close/>
                <a:moveTo>
                  <a:pt x="34262" y="125104"/>
                </a:moveTo>
                <a:lnTo>
                  <a:pt x="147993" y="125104"/>
                </a:lnTo>
                <a:lnTo>
                  <a:pt x="147993" y="101505"/>
                </a:lnTo>
                <a:cubicBezTo>
                  <a:pt x="150694" y="102074"/>
                  <a:pt x="153502" y="102358"/>
                  <a:pt x="156345" y="102358"/>
                </a:cubicBezTo>
                <a:cubicBezTo>
                  <a:pt x="161427" y="102358"/>
                  <a:pt x="166297" y="101434"/>
                  <a:pt x="170739" y="99799"/>
                </a:cubicBezTo>
                <a:lnTo>
                  <a:pt x="170739" y="153537"/>
                </a:lnTo>
                <a:cubicBezTo>
                  <a:pt x="170739" y="162956"/>
                  <a:pt x="163098" y="170597"/>
                  <a:pt x="153679" y="170597"/>
                </a:cubicBezTo>
                <a:lnTo>
                  <a:pt x="28575" y="170597"/>
                </a:lnTo>
                <a:cubicBezTo>
                  <a:pt x="19157" y="170597"/>
                  <a:pt x="11515" y="162956"/>
                  <a:pt x="11515" y="153537"/>
                </a:cubicBezTo>
                <a:lnTo>
                  <a:pt x="11515" y="99799"/>
                </a:lnTo>
                <a:cubicBezTo>
                  <a:pt x="15958" y="101434"/>
                  <a:pt x="20792" y="102358"/>
                  <a:pt x="25909" y="102358"/>
                </a:cubicBezTo>
                <a:cubicBezTo>
                  <a:pt x="28788" y="102358"/>
                  <a:pt x="31560" y="102074"/>
                  <a:pt x="34262" y="101505"/>
                </a:cubicBezTo>
                <a:lnTo>
                  <a:pt x="34262" y="125104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3" name="Text 10"/>
          <p:cNvSpPr/>
          <p:nvPr/>
        </p:nvSpPr>
        <p:spPr>
          <a:xfrm>
            <a:off x="1319284" y="2520287"/>
            <a:ext cx="140117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19284" y="2775045"/>
            <a:ext cx="139207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Front-facing visibility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1403" y="3248167"/>
            <a:ext cx="5186149" cy="764275"/>
          </a:xfrm>
          <a:custGeom>
            <a:avLst/>
            <a:gdLst/>
            <a:ahLst/>
            <a:cxnLst/>
            <a:rect l="l" t="t" r="r" b="b"/>
            <a:pathLst>
              <a:path w="5186149" h="764275">
                <a:moveTo>
                  <a:pt x="72790" y="0"/>
                </a:moveTo>
                <a:lnTo>
                  <a:pt x="5113360" y="0"/>
                </a:lnTo>
                <a:cubicBezTo>
                  <a:pt x="5153560" y="0"/>
                  <a:pt x="5186149" y="32589"/>
                  <a:pt x="5186149" y="72790"/>
                </a:cubicBezTo>
                <a:lnTo>
                  <a:pt x="5186149" y="691485"/>
                </a:lnTo>
                <a:cubicBezTo>
                  <a:pt x="5186149" y="731686"/>
                  <a:pt x="5153560" y="764275"/>
                  <a:pt x="511336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36979" y="341194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64358" y="3539319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76769" y="22746"/>
                </a:moveTo>
                <a:cubicBezTo>
                  <a:pt x="72042" y="22746"/>
                  <a:pt x="68239" y="26549"/>
                  <a:pt x="68239" y="31276"/>
                </a:cubicBezTo>
                <a:cubicBezTo>
                  <a:pt x="68239" y="36003"/>
                  <a:pt x="72042" y="39806"/>
                  <a:pt x="76769" y="39806"/>
                </a:cubicBezTo>
                <a:lnTo>
                  <a:pt x="82455" y="39806"/>
                </a:lnTo>
                <a:lnTo>
                  <a:pt x="82455" y="51641"/>
                </a:lnTo>
                <a:cubicBezTo>
                  <a:pt x="44355" y="55693"/>
                  <a:pt x="14288" y="86614"/>
                  <a:pt x="11586" y="125104"/>
                </a:cubicBezTo>
                <a:lnTo>
                  <a:pt x="170419" y="125104"/>
                </a:lnTo>
                <a:cubicBezTo>
                  <a:pt x="167683" y="86614"/>
                  <a:pt x="137615" y="55693"/>
                  <a:pt x="99515" y="51641"/>
                </a:cubicBezTo>
                <a:lnTo>
                  <a:pt x="99515" y="39806"/>
                </a:lnTo>
                <a:lnTo>
                  <a:pt x="105201" y="39806"/>
                </a:lnTo>
                <a:cubicBezTo>
                  <a:pt x="109928" y="39806"/>
                  <a:pt x="113731" y="36003"/>
                  <a:pt x="113731" y="31276"/>
                </a:cubicBezTo>
                <a:cubicBezTo>
                  <a:pt x="113731" y="26549"/>
                  <a:pt x="109928" y="22746"/>
                  <a:pt x="105201" y="22746"/>
                </a:cubicBezTo>
                <a:lnTo>
                  <a:pt x="76769" y="22746"/>
                </a:lnTo>
                <a:close/>
                <a:moveTo>
                  <a:pt x="8530" y="142164"/>
                </a:moveTo>
                <a:cubicBezTo>
                  <a:pt x="3803" y="142164"/>
                  <a:pt x="0" y="145967"/>
                  <a:pt x="0" y="150694"/>
                </a:cubicBezTo>
                <a:cubicBezTo>
                  <a:pt x="0" y="155421"/>
                  <a:pt x="3803" y="159224"/>
                  <a:pt x="8530" y="159224"/>
                </a:cubicBezTo>
                <a:lnTo>
                  <a:pt x="173440" y="159224"/>
                </a:lnTo>
                <a:cubicBezTo>
                  <a:pt x="178167" y="159224"/>
                  <a:pt x="181970" y="155421"/>
                  <a:pt x="181970" y="150694"/>
                </a:cubicBezTo>
                <a:cubicBezTo>
                  <a:pt x="181970" y="145967"/>
                  <a:pt x="178167" y="142164"/>
                  <a:pt x="173440" y="142164"/>
                </a:cubicBezTo>
                <a:lnTo>
                  <a:pt x="8530" y="142164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5"/>
          <p:cNvSpPr/>
          <p:nvPr/>
        </p:nvSpPr>
        <p:spPr>
          <a:xfrm>
            <a:off x="1319284" y="3393743"/>
            <a:ext cx="114641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 Desks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19284" y="3648501"/>
            <a:ext cx="113731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Reception areas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1403" y="4121624"/>
            <a:ext cx="5186149" cy="764275"/>
          </a:xfrm>
          <a:custGeom>
            <a:avLst/>
            <a:gdLst/>
            <a:ahLst/>
            <a:cxnLst/>
            <a:rect l="l" t="t" r="r" b="b"/>
            <a:pathLst>
              <a:path w="5186149" h="764275">
                <a:moveTo>
                  <a:pt x="72790" y="0"/>
                </a:moveTo>
                <a:lnTo>
                  <a:pt x="5113360" y="0"/>
                </a:lnTo>
                <a:cubicBezTo>
                  <a:pt x="5153560" y="0"/>
                  <a:pt x="5186149" y="32589"/>
                  <a:pt x="5186149" y="72790"/>
                </a:cubicBezTo>
                <a:lnTo>
                  <a:pt x="5186149" y="691485"/>
                </a:lnTo>
                <a:cubicBezTo>
                  <a:pt x="5186149" y="731686"/>
                  <a:pt x="5153560" y="764275"/>
                  <a:pt x="511336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36979" y="4285397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64358" y="4412776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22711" y="5118"/>
                </a:moveTo>
                <a:cubicBezTo>
                  <a:pt x="22426" y="2204"/>
                  <a:pt x="19974" y="0"/>
                  <a:pt x="17060" y="0"/>
                </a:cubicBezTo>
                <a:cubicBezTo>
                  <a:pt x="14145" y="0"/>
                  <a:pt x="11693" y="2204"/>
                  <a:pt x="11373" y="5082"/>
                </a:cubicBezTo>
                <a:lnTo>
                  <a:pt x="6362" y="53205"/>
                </a:lnTo>
                <a:cubicBezTo>
                  <a:pt x="5900" y="55337"/>
                  <a:pt x="5687" y="57505"/>
                  <a:pt x="5687" y="59673"/>
                </a:cubicBezTo>
                <a:cubicBezTo>
                  <a:pt x="5687" y="75987"/>
                  <a:pt x="18161" y="89386"/>
                  <a:pt x="34119" y="90843"/>
                </a:cubicBezTo>
                <a:lnTo>
                  <a:pt x="34119" y="170597"/>
                </a:lnTo>
                <a:cubicBezTo>
                  <a:pt x="34119" y="176888"/>
                  <a:pt x="39202" y="181970"/>
                  <a:pt x="45493" y="181970"/>
                </a:cubicBezTo>
                <a:cubicBezTo>
                  <a:pt x="51783" y="181970"/>
                  <a:pt x="56866" y="176888"/>
                  <a:pt x="56866" y="170597"/>
                </a:cubicBezTo>
                <a:lnTo>
                  <a:pt x="56866" y="90843"/>
                </a:lnTo>
                <a:cubicBezTo>
                  <a:pt x="72824" y="89386"/>
                  <a:pt x="85299" y="75987"/>
                  <a:pt x="85299" y="59673"/>
                </a:cubicBezTo>
                <a:cubicBezTo>
                  <a:pt x="85299" y="57505"/>
                  <a:pt x="85085" y="55337"/>
                  <a:pt x="84623" y="53205"/>
                </a:cubicBezTo>
                <a:lnTo>
                  <a:pt x="79576" y="5082"/>
                </a:lnTo>
                <a:cubicBezTo>
                  <a:pt x="79292" y="2204"/>
                  <a:pt x="76840" y="0"/>
                  <a:pt x="73925" y="0"/>
                </a:cubicBezTo>
                <a:cubicBezTo>
                  <a:pt x="71011" y="0"/>
                  <a:pt x="68559" y="2204"/>
                  <a:pt x="68274" y="5118"/>
                </a:cubicBezTo>
                <a:lnTo>
                  <a:pt x="63441" y="53276"/>
                </a:lnTo>
                <a:cubicBezTo>
                  <a:pt x="63228" y="55302"/>
                  <a:pt x="61522" y="56866"/>
                  <a:pt x="59496" y="56866"/>
                </a:cubicBezTo>
                <a:cubicBezTo>
                  <a:pt x="57434" y="56866"/>
                  <a:pt x="55728" y="55302"/>
                  <a:pt x="55515" y="53240"/>
                </a:cubicBezTo>
                <a:lnTo>
                  <a:pt x="51144" y="5189"/>
                </a:lnTo>
                <a:cubicBezTo>
                  <a:pt x="50895" y="2239"/>
                  <a:pt x="48442" y="0"/>
                  <a:pt x="45493" y="0"/>
                </a:cubicBezTo>
                <a:cubicBezTo>
                  <a:pt x="42543" y="0"/>
                  <a:pt x="40090" y="2239"/>
                  <a:pt x="39842" y="5189"/>
                </a:cubicBezTo>
                <a:lnTo>
                  <a:pt x="35470" y="53240"/>
                </a:lnTo>
                <a:cubicBezTo>
                  <a:pt x="35292" y="55302"/>
                  <a:pt x="33551" y="56866"/>
                  <a:pt x="31489" y="56866"/>
                </a:cubicBezTo>
                <a:cubicBezTo>
                  <a:pt x="29428" y="56866"/>
                  <a:pt x="27722" y="55302"/>
                  <a:pt x="27544" y="53276"/>
                </a:cubicBezTo>
                <a:lnTo>
                  <a:pt x="22711" y="5118"/>
                </a:lnTo>
                <a:close/>
                <a:moveTo>
                  <a:pt x="159224" y="0"/>
                </a:moveTo>
                <a:cubicBezTo>
                  <a:pt x="153537" y="0"/>
                  <a:pt x="113731" y="11373"/>
                  <a:pt x="113731" y="62552"/>
                </a:cubicBezTo>
                <a:lnTo>
                  <a:pt x="113731" y="102358"/>
                </a:lnTo>
                <a:cubicBezTo>
                  <a:pt x="113731" y="114904"/>
                  <a:pt x="123932" y="125104"/>
                  <a:pt x="136478" y="125104"/>
                </a:cubicBezTo>
                <a:lnTo>
                  <a:pt x="147851" y="125104"/>
                </a:lnTo>
                <a:lnTo>
                  <a:pt x="147851" y="170597"/>
                </a:lnTo>
                <a:cubicBezTo>
                  <a:pt x="147851" y="176888"/>
                  <a:pt x="152933" y="181970"/>
                  <a:pt x="159224" y="181970"/>
                </a:cubicBezTo>
                <a:cubicBezTo>
                  <a:pt x="165515" y="181970"/>
                  <a:pt x="170597" y="176888"/>
                  <a:pt x="170597" y="170597"/>
                </a:cubicBezTo>
                <a:lnTo>
                  <a:pt x="170597" y="11373"/>
                </a:lnTo>
                <a:cubicBezTo>
                  <a:pt x="170597" y="5082"/>
                  <a:pt x="165515" y="0"/>
                  <a:pt x="15922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3" name="Text 20"/>
          <p:cNvSpPr/>
          <p:nvPr/>
        </p:nvSpPr>
        <p:spPr>
          <a:xfrm>
            <a:off x="1319284" y="4267200"/>
            <a:ext cx="141026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19284" y="4521958"/>
            <a:ext cx="140117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Table-top placement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1403" y="4995081"/>
            <a:ext cx="5186149" cy="764275"/>
          </a:xfrm>
          <a:custGeom>
            <a:avLst/>
            <a:gdLst/>
            <a:ahLst/>
            <a:cxnLst/>
            <a:rect l="l" t="t" r="r" b="b"/>
            <a:pathLst>
              <a:path w="5186149" h="764275">
                <a:moveTo>
                  <a:pt x="72790" y="0"/>
                </a:moveTo>
                <a:lnTo>
                  <a:pt x="5113360" y="0"/>
                </a:lnTo>
                <a:cubicBezTo>
                  <a:pt x="5153560" y="0"/>
                  <a:pt x="5186149" y="32589"/>
                  <a:pt x="5186149" y="72790"/>
                </a:cubicBezTo>
                <a:lnTo>
                  <a:pt x="5186149" y="691485"/>
                </a:lnTo>
                <a:cubicBezTo>
                  <a:pt x="5186149" y="731686"/>
                  <a:pt x="5153560" y="764275"/>
                  <a:pt x="511336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36979" y="5158854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75731" y="5286233"/>
            <a:ext cx="159224" cy="181970"/>
          </a:xfrm>
          <a:custGeom>
            <a:avLst/>
            <a:gdLst/>
            <a:ahLst/>
            <a:cxnLst/>
            <a:rect l="l" t="t" r="r" b="b"/>
            <a:pathLst>
              <a:path w="159224" h="181970">
                <a:moveTo>
                  <a:pt x="54022" y="90985"/>
                </a:moveTo>
                <a:lnTo>
                  <a:pt x="54022" y="26371"/>
                </a:lnTo>
                <a:cubicBezTo>
                  <a:pt x="45315" y="33657"/>
                  <a:pt x="39806" y="44640"/>
                  <a:pt x="39806" y="56866"/>
                </a:cubicBezTo>
                <a:lnTo>
                  <a:pt x="39806" y="90985"/>
                </a:lnTo>
                <a:lnTo>
                  <a:pt x="54022" y="90985"/>
                </a:lnTo>
                <a:close/>
                <a:moveTo>
                  <a:pt x="71082" y="90985"/>
                </a:moveTo>
                <a:lnTo>
                  <a:pt x="88142" y="90985"/>
                </a:lnTo>
                <a:lnTo>
                  <a:pt x="88142" y="17984"/>
                </a:lnTo>
                <a:cubicBezTo>
                  <a:pt x="85405" y="17380"/>
                  <a:pt x="82526" y="17060"/>
                  <a:pt x="79612" y="17060"/>
                </a:cubicBezTo>
                <a:cubicBezTo>
                  <a:pt x="76698" y="17060"/>
                  <a:pt x="73819" y="17380"/>
                  <a:pt x="71082" y="17984"/>
                </a:cubicBezTo>
                <a:lnTo>
                  <a:pt x="71082" y="90985"/>
                </a:lnTo>
                <a:close/>
                <a:moveTo>
                  <a:pt x="105201" y="26371"/>
                </a:moveTo>
                <a:lnTo>
                  <a:pt x="105201" y="90985"/>
                </a:lnTo>
                <a:lnTo>
                  <a:pt x="119418" y="90985"/>
                </a:lnTo>
                <a:lnTo>
                  <a:pt x="119418" y="56866"/>
                </a:lnTo>
                <a:cubicBezTo>
                  <a:pt x="119418" y="44640"/>
                  <a:pt x="113909" y="33693"/>
                  <a:pt x="105201" y="26371"/>
                </a:cubicBezTo>
                <a:close/>
                <a:moveTo>
                  <a:pt x="11373" y="90985"/>
                </a:moveTo>
                <a:lnTo>
                  <a:pt x="22746" y="90985"/>
                </a:lnTo>
                <a:lnTo>
                  <a:pt x="22746" y="56866"/>
                </a:lnTo>
                <a:cubicBezTo>
                  <a:pt x="22746" y="25447"/>
                  <a:pt x="48194" y="0"/>
                  <a:pt x="79612" y="0"/>
                </a:cubicBezTo>
                <a:cubicBezTo>
                  <a:pt x="111030" y="0"/>
                  <a:pt x="136478" y="25447"/>
                  <a:pt x="136478" y="56866"/>
                </a:cubicBezTo>
                <a:lnTo>
                  <a:pt x="136478" y="90985"/>
                </a:lnTo>
                <a:lnTo>
                  <a:pt x="147851" y="90985"/>
                </a:lnTo>
                <a:cubicBezTo>
                  <a:pt x="154142" y="90985"/>
                  <a:pt x="159224" y="96067"/>
                  <a:pt x="159224" y="102358"/>
                </a:cubicBezTo>
                <a:lnTo>
                  <a:pt x="159224" y="125104"/>
                </a:lnTo>
                <a:cubicBezTo>
                  <a:pt x="159224" y="131395"/>
                  <a:pt x="154142" y="136478"/>
                  <a:pt x="147851" y="136478"/>
                </a:cubicBezTo>
                <a:lnTo>
                  <a:pt x="147851" y="170597"/>
                </a:lnTo>
                <a:cubicBezTo>
                  <a:pt x="147851" y="176888"/>
                  <a:pt x="142768" y="181970"/>
                  <a:pt x="136478" y="181970"/>
                </a:cubicBezTo>
                <a:cubicBezTo>
                  <a:pt x="130187" y="181970"/>
                  <a:pt x="125104" y="176888"/>
                  <a:pt x="125104" y="170597"/>
                </a:cubicBezTo>
                <a:lnTo>
                  <a:pt x="125104" y="136478"/>
                </a:lnTo>
                <a:lnTo>
                  <a:pt x="34119" y="136478"/>
                </a:lnTo>
                <a:lnTo>
                  <a:pt x="34119" y="170597"/>
                </a:lnTo>
                <a:cubicBezTo>
                  <a:pt x="34119" y="176888"/>
                  <a:pt x="29037" y="181970"/>
                  <a:pt x="22746" y="181970"/>
                </a:cubicBezTo>
                <a:cubicBezTo>
                  <a:pt x="16456" y="181970"/>
                  <a:pt x="11373" y="176888"/>
                  <a:pt x="11373" y="170597"/>
                </a:cubicBezTo>
                <a:lnTo>
                  <a:pt x="11373" y="136478"/>
                </a:lnTo>
                <a:cubicBezTo>
                  <a:pt x="5082" y="136478"/>
                  <a:pt x="0" y="131395"/>
                  <a:pt x="0" y="125104"/>
                </a:cubicBezTo>
                <a:lnTo>
                  <a:pt x="0" y="102358"/>
                </a:lnTo>
                <a:cubicBezTo>
                  <a:pt x="0" y="96067"/>
                  <a:pt x="5082" y="90985"/>
                  <a:pt x="11373" y="9098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5"/>
          <p:cNvSpPr/>
          <p:nvPr/>
        </p:nvSpPr>
        <p:spPr>
          <a:xfrm>
            <a:off x="1319284" y="5140657"/>
            <a:ext cx="108272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19284" y="5395415"/>
            <a:ext cx="107362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Dining surfaces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91403" y="5868537"/>
            <a:ext cx="5186149" cy="764275"/>
          </a:xfrm>
          <a:custGeom>
            <a:avLst/>
            <a:gdLst/>
            <a:ahLst/>
            <a:cxnLst/>
            <a:rect l="l" t="t" r="r" b="b"/>
            <a:pathLst>
              <a:path w="5186149" h="764275">
                <a:moveTo>
                  <a:pt x="72790" y="0"/>
                </a:moveTo>
                <a:lnTo>
                  <a:pt x="5113360" y="0"/>
                </a:lnTo>
                <a:cubicBezTo>
                  <a:pt x="5153560" y="0"/>
                  <a:pt x="5186149" y="32589"/>
                  <a:pt x="5186149" y="72790"/>
                </a:cubicBezTo>
                <a:lnTo>
                  <a:pt x="5186149" y="691485"/>
                </a:lnTo>
                <a:cubicBezTo>
                  <a:pt x="5186149" y="731686"/>
                  <a:pt x="5153560" y="764275"/>
                  <a:pt x="5113360" y="764275"/>
                </a:cubicBezTo>
                <a:lnTo>
                  <a:pt x="72790" y="764275"/>
                </a:lnTo>
                <a:cubicBezTo>
                  <a:pt x="32616" y="764275"/>
                  <a:pt x="0" y="731659"/>
                  <a:pt x="0" y="691485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36979" y="603231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75731" y="6159690"/>
            <a:ext cx="159224" cy="181970"/>
          </a:xfrm>
          <a:custGeom>
            <a:avLst/>
            <a:gdLst/>
            <a:ahLst/>
            <a:cxnLst/>
            <a:rect l="l" t="t" r="r" b="b"/>
            <a:pathLst>
              <a:path w="159224" h="181970">
                <a:moveTo>
                  <a:pt x="131289" y="45493"/>
                </a:moveTo>
                <a:lnTo>
                  <a:pt x="119098" y="28433"/>
                </a:lnTo>
                <a:lnTo>
                  <a:pt x="40161" y="28433"/>
                </a:lnTo>
                <a:lnTo>
                  <a:pt x="27971" y="45493"/>
                </a:lnTo>
                <a:lnTo>
                  <a:pt x="131289" y="45493"/>
                </a:lnTo>
                <a:close/>
                <a:moveTo>
                  <a:pt x="0" y="52778"/>
                </a:moveTo>
                <a:cubicBezTo>
                  <a:pt x="0" y="48051"/>
                  <a:pt x="1493" y="43431"/>
                  <a:pt x="4229" y="39557"/>
                </a:cubicBezTo>
                <a:lnTo>
                  <a:pt x="21644" y="15212"/>
                </a:lnTo>
                <a:cubicBezTo>
                  <a:pt x="25909" y="9241"/>
                  <a:pt x="32804" y="5687"/>
                  <a:pt x="40126" y="5687"/>
                </a:cubicBezTo>
                <a:lnTo>
                  <a:pt x="119063" y="5687"/>
                </a:lnTo>
                <a:cubicBezTo>
                  <a:pt x="126419" y="5687"/>
                  <a:pt x="133314" y="9241"/>
                  <a:pt x="137579" y="15212"/>
                </a:cubicBezTo>
                <a:lnTo>
                  <a:pt x="154959" y="39557"/>
                </a:lnTo>
                <a:cubicBezTo>
                  <a:pt x="157731" y="43431"/>
                  <a:pt x="159188" y="48051"/>
                  <a:pt x="159188" y="52778"/>
                </a:cubicBezTo>
                <a:lnTo>
                  <a:pt x="159224" y="147851"/>
                </a:lnTo>
                <a:cubicBezTo>
                  <a:pt x="159224" y="160397"/>
                  <a:pt x="149024" y="170597"/>
                  <a:pt x="136478" y="170597"/>
                </a:cubicBezTo>
                <a:lnTo>
                  <a:pt x="22746" y="170597"/>
                </a:lnTo>
                <a:cubicBezTo>
                  <a:pt x="10200" y="170597"/>
                  <a:pt x="0" y="160397"/>
                  <a:pt x="0" y="147851"/>
                </a:cubicBezTo>
                <a:lnTo>
                  <a:pt x="0" y="52778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3" name="Text 30"/>
          <p:cNvSpPr/>
          <p:nvPr/>
        </p:nvSpPr>
        <p:spPr>
          <a:xfrm>
            <a:off x="1319284" y="6014113"/>
            <a:ext cx="141936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Displays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19284" y="6268872"/>
            <a:ext cx="141026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shelving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193525" y="1678675"/>
            <a:ext cx="5631976" cy="5177051"/>
          </a:xfrm>
          <a:custGeom>
            <a:avLst/>
            <a:gdLst/>
            <a:ahLst/>
            <a:cxnLst/>
            <a:rect l="l" t="t" r="r" b="b"/>
            <a:pathLst>
              <a:path w="5631976" h="5177051">
                <a:moveTo>
                  <a:pt x="109184" y="0"/>
                </a:moveTo>
                <a:lnTo>
                  <a:pt x="5522792" y="0"/>
                </a:lnTo>
                <a:cubicBezTo>
                  <a:pt x="5583093" y="0"/>
                  <a:pt x="5631976" y="48883"/>
                  <a:pt x="5631976" y="109184"/>
                </a:cubicBezTo>
                <a:lnTo>
                  <a:pt x="5631976" y="5067867"/>
                </a:lnTo>
                <a:cubicBezTo>
                  <a:pt x="5631976" y="5128167"/>
                  <a:pt x="5583093" y="5177051"/>
                  <a:pt x="5522792" y="5177051"/>
                </a:cubicBezTo>
                <a:lnTo>
                  <a:pt x="109184" y="5177051"/>
                </a:lnTo>
                <a:cubicBezTo>
                  <a:pt x="48883" y="5177051"/>
                  <a:pt x="0" y="5128167"/>
                  <a:pt x="0" y="5067867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16438" y="1901588"/>
            <a:ext cx="5295331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Parallels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16438" y="2374710"/>
            <a:ext cx="5186149" cy="1382973"/>
          </a:xfrm>
          <a:custGeom>
            <a:avLst/>
            <a:gdLst/>
            <a:ahLst/>
            <a:cxnLst/>
            <a:rect l="l" t="t" r="r" b="b"/>
            <a:pathLst>
              <a:path w="5186149" h="1382973">
                <a:moveTo>
                  <a:pt x="72786" y="0"/>
                </a:moveTo>
                <a:lnTo>
                  <a:pt x="5113363" y="0"/>
                </a:lnTo>
                <a:cubicBezTo>
                  <a:pt x="5153562" y="0"/>
                  <a:pt x="5186149" y="32587"/>
                  <a:pt x="5186149" y="72786"/>
                </a:cubicBezTo>
                <a:lnTo>
                  <a:pt x="5186149" y="1310187"/>
                </a:lnTo>
                <a:cubicBezTo>
                  <a:pt x="5186149" y="1350386"/>
                  <a:pt x="5153562" y="1382973"/>
                  <a:pt x="5113363" y="1382973"/>
                </a:cubicBezTo>
                <a:lnTo>
                  <a:pt x="72786" y="1382973"/>
                </a:lnTo>
                <a:cubicBezTo>
                  <a:pt x="32587" y="1382973"/>
                  <a:pt x="0" y="1350386"/>
                  <a:pt x="0" y="1310187"/>
                </a:cubicBezTo>
                <a:lnTo>
                  <a:pt x="0" y="72786"/>
                </a:lnTo>
                <a:cubicBezTo>
                  <a:pt x="0" y="32587"/>
                  <a:pt x="32587" y="0"/>
                  <a:pt x="7278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598408" y="2556681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707590" y="2665863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0" y="54591"/>
                </a:moveTo>
                <a:lnTo>
                  <a:pt x="0" y="68239"/>
                </a:lnTo>
                <a:lnTo>
                  <a:pt x="218364" y="68239"/>
                </a:lnTo>
                <a:lnTo>
                  <a:pt x="218364" y="54591"/>
                </a:lnTo>
                <a:cubicBezTo>
                  <a:pt x="218364" y="39536"/>
                  <a:pt x="206124" y="27296"/>
                  <a:pt x="191069" y="27296"/>
                </a:cubicBezTo>
                <a:lnTo>
                  <a:pt x="27296" y="27296"/>
                </a:lnTo>
                <a:cubicBezTo>
                  <a:pt x="12240" y="27296"/>
                  <a:pt x="0" y="39536"/>
                  <a:pt x="0" y="54591"/>
                </a:cubicBezTo>
                <a:close/>
                <a:moveTo>
                  <a:pt x="0" y="88710"/>
                </a:moveTo>
                <a:lnTo>
                  <a:pt x="0" y="163773"/>
                </a:lnTo>
                <a:cubicBezTo>
                  <a:pt x="0" y="178828"/>
                  <a:pt x="12240" y="191069"/>
                  <a:pt x="27296" y="191069"/>
                </a:cubicBezTo>
                <a:lnTo>
                  <a:pt x="191069" y="191069"/>
                </a:lnTo>
                <a:cubicBezTo>
                  <a:pt x="206124" y="191069"/>
                  <a:pt x="218364" y="178828"/>
                  <a:pt x="218364" y="163773"/>
                </a:cubicBezTo>
                <a:lnTo>
                  <a:pt x="218364" y="88710"/>
                </a:lnTo>
                <a:lnTo>
                  <a:pt x="0" y="88710"/>
                </a:lnTo>
                <a:close/>
                <a:moveTo>
                  <a:pt x="27296" y="153537"/>
                </a:moveTo>
                <a:cubicBezTo>
                  <a:pt x="27296" y="147865"/>
                  <a:pt x="31859" y="143301"/>
                  <a:pt x="37531" y="143301"/>
                </a:cubicBezTo>
                <a:lnTo>
                  <a:pt x="58003" y="143301"/>
                </a:lnTo>
                <a:cubicBezTo>
                  <a:pt x="63675" y="143301"/>
                  <a:pt x="68239" y="147865"/>
                  <a:pt x="68239" y="153537"/>
                </a:cubicBezTo>
                <a:cubicBezTo>
                  <a:pt x="68239" y="159210"/>
                  <a:pt x="63675" y="163773"/>
                  <a:pt x="58003" y="163773"/>
                </a:cubicBezTo>
                <a:lnTo>
                  <a:pt x="37531" y="163773"/>
                </a:lnTo>
                <a:cubicBezTo>
                  <a:pt x="31859" y="163773"/>
                  <a:pt x="27296" y="159210"/>
                  <a:pt x="27296" y="153537"/>
                </a:cubicBezTo>
                <a:close/>
                <a:moveTo>
                  <a:pt x="88710" y="153537"/>
                </a:moveTo>
                <a:cubicBezTo>
                  <a:pt x="88710" y="147865"/>
                  <a:pt x="93274" y="143301"/>
                  <a:pt x="98946" y="143301"/>
                </a:cubicBezTo>
                <a:lnTo>
                  <a:pt x="126242" y="143301"/>
                </a:lnTo>
                <a:cubicBezTo>
                  <a:pt x="131914" y="143301"/>
                  <a:pt x="136478" y="147865"/>
                  <a:pt x="136478" y="153537"/>
                </a:cubicBezTo>
                <a:cubicBezTo>
                  <a:pt x="136478" y="159210"/>
                  <a:pt x="131914" y="163773"/>
                  <a:pt x="126242" y="163773"/>
                </a:cubicBezTo>
                <a:lnTo>
                  <a:pt x="98946" y="163773"/>
                </a:lnTo>
                <a:cubicBezTo>
                  <a:pt x="93274" y="163773"/>
                  <a:pt x="88710" y="159210"/>
                  <a:pt x="88710" y="153537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Text 37"/>
          <p:cNvSpPr/>
          <p:nvPr/>
        </p:nvSpPr>
        <p:spPr>
          <a:xfrm>
            <a:off x="7144319" y="2647666"/>
            <a:ext cx="97354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Pay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98408" y="3102591"/>
            <a:ext cx="4894997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Changed payments forever by making contactless transactions effortless. QR voice will do the same for business communication.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16438" y="3903260"/>
            <a:ext cx="5186149" cy="1382973"/>
          </a:xfrm>
          <a:custGeom>
            <a:avLst/>
            <a:gdLst/>
            <a:ahLst/>
            <a:cxnLst/>
            <a:rect l="l" t="t" r="r" b="b"/>
            <a:pathLst>
              <a:path w="5186149" h="1382973">
                <a:moveTo>
                  <a:pt x="72786" y="0"/>
                </a:moveTo>
                <a:lnTo>
                  <a:pt x="5113363" y="0"/>
                </a:lnTo>
                <a:cubicBezTo>
                  <a:pt x="5153562" y="0"/>
                  <a:pt x="5186149" y="32587"/>
                  <a:pt x="5186149" y="72786"/>
                </a:cubicBezTo>
                <a:lnTo>
                  <a:pt x="5186149" y="1310187"/>
                </a:lnTo>
                <a:cubicBezTo>
                  <a:pt x="5186149" y="1350386"/>
                  <a:pt x="5153562" y="1382973"/>
                  <a:pt x="5113363" y="1382973"/>
                </a:cubicBezTo>
                <a:lnTo>
                  <a:pt x="72786" y="1382973"/>
                </a:lnTo>
                <a:cubicBezTo>
                  <a:pt x="32587" y="1382973"/>
                  <a:pt x="0" y="1350386"/>
                  <a:pt x="0" y="1310187"/>
                </a:cubicBezTo>
                <a:lnTo>
                  <a:pt x="0" y="72786"/>
                </a:lnTo>
                <a:cubicBezTo>
                  <a:pt x="0" y="32587"/>
                  <a:pt x="32587" y="0"/>
                  <a:pt x="7278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598408" y="408523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589"/>
                  <a:pt x="32589" y="0"/>
                  <a:pt x="7279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734886" y="4194412"/>
            <a:ext cx="163773" cy="218364"/>
          </a:xfrm>
          <a:custGeom>
            <a:avLst/>
            <a:gdLst/>
            <a:ahLst/>
            <a:cxnLst/>
            <a:rect l="l" t="t" r="r" b="b"/>
            <a:pathLst>
              <a:path w="163773" h="218364">
                <a:moveTo>
                  <a:pt x="6824" y="27296"/>
                </a:moveTo>
                <a:cubicBezTo>
                  <a:pt x="6824" y="12240"/>
                  <a:pt x="19064" y="0"/>
                  <a:pt x="34119" y="0"/>
                </a:cubicBezTo>
                <a:lnTo>
                  <a:pt x="129654" y="0"/>
                </a:lnTo>
                <a:cubicBezTo>
                  <a:pt x="144709" y="0"/>
                  <a:pt x="156949" y="12240"/>
                  <a:pt x="156949" y="27296"/>
                </a:cubicBezTo>
                <a:lnTo>
                  <a:pt x="156949" y="191069"/>
                </a:lnTo>
                <a:cubicBezTo>
                  <a:pt x="156949" y="206124"/>
                  <a:pt x="144709" y="218364"/>
                  <a:pt x="129654" y="218364"/>
                </a:cubicBezTo>
                <a:lnTo>
                  <a:pt x="34119" y="218364"/>
                </a:lnTo>
                <a:cubicBezTo>
                  <a:pt x="19064" y="218364"/>
                  <a:pt x="6824" y="206124"/>
                  <a:pt x="6824" y="191069"/>
                </a:cubicBezTo>
                <a:lnTo>
                  <a:pt x="6824" y="27296"/>
                </a:lnTo>
                <a:close/>
                <a:moveTo>
                  <a:pt x="34119" y="27296"/>
                </a:moveTo>
                <a:lnTo>
                  <a:pt x="34119" y="156949"/>
                </a:lnTo>
                <a:lnTo>
                  <a:pt x="129654" y="156949"/>
                </a:lnTo>
                <a:lnTo>
                  <a:pt x="129654" y="27296"/>
                </a:lnTo>
                <a:lnTo>
                  <a:pt x="34119" y="27296"/>
                </a:lnTo>
                <a:close/>
                <a:moveTo>
                  <a:pt x="81887" y="201304"/>
                </a:moveTo>
                <a:cubicBezTo>
                  <a:pt x="89435" y="201304"/>
                  <a:pt x="95534" y="195206"/>
                  <a:pt x="95534" y="187657"/>
                </a:cubicBezTo>
                <a:cubicBezTo>
                  <a:pt x="95534" y="180108"/>
                  <a:pt x="89435" y="174009"/>
                  <a:pt x="81887" y="174009"/>
                </a:cubicBezTo>
                <a:cubicBezTo>
                  <a:pt x="74338" y="174009"/>
                  <a:pt x="68239" y="180108"/>
                  <a:pt x="68239" y="187657"/>
                </a:cubicBezTo>
                <a:cubicBezTo>
                  <a:pt x="68239" y="195206"/>
                  <a:pt x="74338" y="201304"/>
                  <a:pt x="81887" y="201304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5" name="Text 42"/>
          <p:cNvSpPr/>
          <p:nvPr/>
        </p:nvSpPr>
        <p:spPr>
          <a:xfrm>
            <a:off x="7144319" y="4176215"/>
            <a:ext cx="99173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Menus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598408" y="4631140"/>
            <a:ext cx="4894997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Replaced paper menus during COVID and became permanent. Customers now expect to scan for information—voice is the natural next step.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16438" y="5436358"/>
            <a:ext cx="5186149" cy="9099"/>
          </a:xfrm>
          <a:custGeom>
            <a:avLst/>
            <a:gdLst/>
            <a:ahLst/>
            <a:cxnLst/>
            <a:rect l="l" t="t" r="r" b="b"/>
            <a:pathLst>
              <a:path w="5186149" h="9099">
                <a:moveTo>
                  <a:pt x="0" y="0"/>
                </a:moveTo>
                <a:lnTo>
                  <a:pt x="5186149" y="0"/>
                </a:lnTo>
                <a:lnTo>
                  <a:pt x="5186149" y="9099"/>
                </a:lnTo>
                <a:lnTo>
                  <a:pt x="0" y="909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8" name="Text 45"/>
          <p:cNvSpPr/>
          <p:nvPr/>
        </p:nvSpPr>
        <p:spPr>
          <a:xfrm>
            <a:off x="6375495" y="5586484"/>
            <a:ext cx="526803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scan and </a:t>
            </a:r>
            <a:pPr algn="ctr">
              <a:lnSpc>
                <a:spcPct val="130000"/>
              </a:lnSpc>
            </a:pPr>
            <a:r>
              <a:rPr lang="en-US" sz="129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immediately talk</a:t>
            </a:r>
            <a:pPr algn="ctr">
              <a:lnSpc>
                <a:spcPct val="130000"/>
              </a:lnSpc>
            </a:pPr>
            <a:r>
              <a:rPr lang="en-US" sz="129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business AI</a:t>
            </a:r>
            <a:endParaRPr lang="en-US" sz="1600" dirty="0"/>
          </a:p>
        </p:txBody>
      </p:sp>
      <p:pic>
        <p:nvPicPr>
          <p:cNvPr id="49" name="Image 1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974" y="-211804"/>
            <a:ext cx="1508795" cy="195215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7500" y="317500"/>
            <a:ext cx="1484313" cy="254000"/>
          </a:xfrm>
          <a:custGeom>
            <a:avLst/>
            <a:gdLst/>
            <a:ahLst/>
            <a:cxnLst/>
            <a:rect l="l" t="t" r="r" b="b"/>
            <a:pathLst>
              <a:path w="1484313" h="254000">
                <a:moveTo>
                  <a:pt x="127000" y="0"/>
                </a:moveTo>
                <a:lnTo>
                  <a:pt x="1357313" y="0"/>
                </a:lnTo>
                <a:cubicBezTo>
                  <a:pt x="1427406" y="0"/>
                  <a:pt x="1484313" y="56907"/>
                  <a:pt x="1484313" y="127000"/>
                </a:cubicBezTo>
                <a:lnTo>
                  <a:pt x="1484313" y="127000"/>
                </a:lnTo>
                <a:cubicBezTo>
                  <a:pt x="1484313" y="197093"/>
                  <a:pt x="1427406" y="254000"/>
                  <a:pt x="135731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44500" y="373063"/>
            <a:ext cx="1295549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66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111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streams for sustainable growth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464469"/>
            <a:ext cx="3738563" cy="2484438"/>
          </a:xfrm>
          <a:custGeom>
            <a:avLst/>
            <a:gdLst/>
            <a:ahLst/>
            <a:cxnLst/>
            <a:rect l="l" t="t" r="r" b="b"/>
            <a:pathLst>
              <a:path w="3738563" h="2484438">
                <a:moveTo>
                  <a:pt x="95253" y="0"/>
                </a:moveTo>
                <a:lnTo>
                  <a:pt x="3643309" y="0"/>
                </a:lnTo>
                <a:cubicBezTo>
                  <a:pt x="3695916" y="0"/>
                  <a:pt x="3738563" y="42646"/>
                  <a:pt x="3738563" y="95253"/>
                </a:cubicBezTo>
                <a:lnTo>
                  <a:pt x="3738563" y="2389184"/>
                </a:lnTo>
                <a:cubicBezTo>
                  <a:pt x="3738563" y="2441791"/>
                  <a:pt x="3695916" y="2484438"/>
                  <a:pt x="3643309" y="2484438"/>
                </a:cubicBezTo>
                <a:lnTo>
                  <a:pt x="95253" y="2484438"/>
                </a:lnTo>
                <a:cubicBezTo>
                  <a:pt x="42646" y="2484438"/>
                  <a:pt x="0" y="2441791"/>
                  <a:pt x="0" y="2389184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6750" y="1627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03438" y="176212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29766" y="0"/>
                </a:moveTo>
                <a:cubicBezTo>
                  <a:pt x="13348" y="0"/>
                  <a:pt x="0" y="13348"/>
                  <a:pt x="0" y="29766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29766"/>
                </a:lnTo>
                <a:cubicBezTo>
                  <a:pt x="178594" y="13348"/>
                  <a:pt x="165246" y="0"/>
                  <a:pt x="148828" y="0"/>
                </a:cubicBezTo>
                <a:lnTo>
                  <a:pt x="29766" y="0"/>
                </a:lnTo>
                <a:close/>
                <a:moveTo>
                  <a:pt x="81855" y="163711"/>
                </a:moveTo>
                <a:lnTo>
                  <a:pt x="96738" y="163711"/>
                </a:lnTo>
                <a:cubicBezTo>
                  <a:pt x="104970" y="163711"/>
                  <a:pt x="111621" y="170362"/>
                  <a:pt x="111621" y="178594"/>
                </a:cubicBezTo>
                <a:lnTo>
                  <a:pt x="111621" y="215801"/>
                </a:lnTo>
                <a:lnTo>
                  <a:pt x="66973" y="215801"/>
                </a:lnTo>
                <a:lnTo>
                  <a:pt x="66973" y="178594"/>
                </a:lnTo>
                <a:cubicBezTo>
                  <a:pt x="66973" y="170362"/>
                  <a:pt x="73623" y="163711"/>
                  <a:pt x="81855" y="163711"/>
                </a:cubicBezTo>
                <a:close/>
                <a:moveTo>
                  <a:pt x="44648" y="52090"/>
                </a:moveTo>
                <a:cubicBezTo>
                  <a:pt x="44648" y="47997"/>
                  <a:pt x="47997" y="44648"/>
                  <a:pt x="52090" y="44648"/>
                </a:cubicBezTo>
                <a:lnTo>
                  <a:pt x="66973" y="44648"/>
                </a:lnTo>
                <a:cubicBezTo>
                  <a:pt x="71065" y="44648"/>
                  <a:pt x="74414" y="47997"/>
                  <a:pt x="74414" y="52090"/>
                </a:cubicBezTo>
                <a:lnTo>
                  <a:pt x="74414" y="66973"/>
                </a:lnTo>
                <a:cubicBezTo>
                  <a:pt x="74414" y="71065"/>
                  <a:pt x="71065" y="74414"/>
                  <a:pt x="66973" y="74414"/>
                </a:cubicBezTo>
                <a:lnTo>
                  <a:pt x="52090" y="74414"/>
                </a:lnTo>
                <a:cubicBezTo>
                  <a:pt x="47997" y="74414"/>
                  <a:pt x="44648" y="71065"/>
                  <a:pt x="44648" y="66973"/>
                </a:cubicBezTo>
                <a:lnTo>
                  <a:pt x="44648" y="52090"/>
                </a:lnTo>
                <a:close/>
                <a:moveTo>
                  <a:pt x="111621" y="44648"/>
                </a:moveTo>
                <a:lnTo>
                  <a:pt x="126504" y="44648"/>
                </a:lnTo>
                <a:cubicBezTo>
                  <a:pt x="130597" y="44648"/>
                  <a:pt x="133945" y="47997"/>
                  <a:pt x="133945" y="52090"/>
                </a:cubicBezTo>
                <a:lnTo>
                  <a:pt x="133945" y="66973"/>
                </a:lnTo>
                <a:cubicBezTo>
                  <a:pt x="133945" y="71065"/>
                  <a:pt x="130597" y="74414"/>
                  <a:pt x="126504" y="74414"/>
                </a:cubicBezTo>
                <a:lnTo>
                  <a:pt x="111621" y="74414"/>
                </a:lnTo>
                <a:cubicBezTo>
                  <a:pt x="107528" y="74414"/>
                  <a:pt x="104180" y="71065"/>
                  <a:pt x="104180" y="66973"/>
                </a:cubicBezTo>
                <a:lnTo>
                  <a:pt x="104180" y="52090"/>
                </a:lnTo>
                <a:cubicBezTo>
                  <a:pt x="104180" y="47997"/>
                  <a:pt x="107528" y="44648"/>
                  <a:pt x="111621" y="44648"/>
                </a:cubicBezTo>
                <a:close/>
                <a:moveTo>
                  <a:pt x="44648" y="111621"/>
                </a:moveTo>
                <a:cubicBezTo>
                  <a:pt x="44648" y="107528"/>
                  <a:pt x="47997" y="104180"/>
                  <a:pt x="52090" y="104180"/>
                </a:cubicBezTo>
                <a:lnTo>
                  <a:pt x="66973" y="104180"/>
                </a:lnTo>
                <a:cubicBezTo>
                  <a:pt x="71065" y="104180"/>
                  <a:pt x="74414" y="107528"/>
                  <a:pt x="74414" y="111621"/>
                </a:cubicBezTo>
                <a:lnTo>
                  <a:pt x="74414" y="126504"/>
                </a:lnTo>
                <a:cubicBezTo>
                  <a:pt x="74414" y="130597"/>
                  <a:pt x="71065" y="133945"/>
                  <a:pt x="66973" y="133945"/>
                </a:cubicBezTo>
                <a:lnTo>
                  <a:pt x="52090" y="133945"/>
                </a:lnTo>
                <a:cubicBezTo>
                  <a:pt x="47997" y="133945"/>
                  <a:pt x="44648" y="130597"/>
                  <a:pt x="44648" y="126504"/>
                </a:cubicBezTo>
                <a:lnTo>
                  <a:pt x="44648" y="111621"/>
                </a:lnTo>
                <a:close/>
                <a:moveTo>
                  <a:pt x="111621" y="104180"/>
                </a:moveTo>
                <a:lnTo>
                  <a:pt x="126504" y="104180"/>
                </a:lnTo>
                <a:cubicBezTo>
                  <a:pt x="130597" y="104180"/>
                  <a:pt x="133945" y="107528"/>
                  <a:pt x="133945" y="111621"/>
                </a:cubicBezTo>
                <a:lnTo>
                  <a:pt x="133945" y="126504"/>
                </a:lnTo>
                <a:cubicBezTo>
                  <a:pt x="133945" y="130597"/>
                  <a:pt x="130597" y="133945"/>
                  <a:pt x="126504" y="133945"/>
                </a:cubicBezTo>
                <a:lnTo>
                  <a:pt x="111621" y="133945"/>
                </a:lnTo>
                <a:cubicBezTo>
                  <a:pt x="107528" y="133945"/>
                  <a:pt x="104180" y="130597"/>
                  <a:pt x="104180" y="126504"/>
                </a:cubicBezTo>
                <a:lnTo>
                  <a:pt x="104180" y="111621"/>
                </a:lnTo>
                <a:cubicBezTo>
                  <a:pt x="104180" y="107528"/>
                  <a:pt x="107528" y="104180"/>
                  <a:pt x="111621" y="10418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444500" y="2230438"/>
            <a:ext cx="3492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41487" y="2555875"/>
            <a:ext cx="82624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72109" y="2770188"/>
            <a:ext cx="5082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/month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119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06438" y="3087688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voice assistant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373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706438" y="3341688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analytics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3627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06438" y="3595688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QR sticker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6719" y="1464469"/>
            <a:ext cx="3738563" cy="2484438"/>
          </a:xfrm>
          <a:custGeom>
            <a:avLst/>
            <a:gdLst/>
            <a:ahLst/>
            <a:cxnLst/>
            <a:rect l="l" t="t" r="r" b="b"/>
            <a:pathLst>
              <a:path w="3738563" h="2484438">
                <a:moveTo>
                  <a:pt x="95253" y="0"/>
                </a:moveTo>
                <a:lnTo>
                  <a:pt x="3643309" y="0"/>
                </a:lnTo>
                <a:cubicBezTo>
                  <a:pt x="3695916" y="0"/>
                  <a:pt x="3738563" y="42646"/>
                  <a:pt x="3738563" y="95253"/>
                </a:cubicBezTo>
                <a:lnTo>
                  <a:pt x="3738563" y="2389184"/>
                </a:lnTo>
                <a:cubicBezTo>
                  <a:pt x="3738563" y="2441791"/>
                  <a:pt x="3695916" y="2484438"/>
                  <a:pt x="3643309" y="2484438"/>
                </a:cubicBezTo>
                <a:lnTo>
                  <a:pt x="95253" y="2484438"/>
                </a:lnTo>
                <a:cubicBezTo>
                  <a:pt x="42646" y="2484438"/>
                  <a:pt x="0" y="2441791"/>
                  <a:pt x="0" y="2389184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2000" y="1627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64039" y="1762125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43945" y="-8790"/>
                </a:moveTo>
                <a:cubicBezTo>
                  <a:pt x="142038" y="-12511"/>
                  <a:pt x="138178" y="-14883"/>
                  <a:pt x="133992" y="-14883"/>
                </a:cubicBezTo>
                <a:cubicBezTo>
                  <a:pt x="129806" y="-14883"/>
                  <a:pt x="125946" y="-12511"/>
                  <a:pt x="124039" y="-8790"/>
                </a:cubicBezTo>
                <a:lnTo>
                  <a:pt x="89808" y="58276"/>
                </a:lnTo>
                <a:lnTo>
                  <a:pt x="15441" y="70089"/>
                </a:lnTo>
                <a:cubicBezTo>
                  <a:pt x="11302" y="70740"/>
                  <a:pt x="7860" y="73670"/>
                  <a:pt x="6558" y="77670"/>
                </a:cubicBezTo>
                <a:cubicBezTo>
                  <a:pt x="5255" y="81669"/>
                  <a:pt x="6325" y="86041"/>
                  <a:pt x="9255" y="89018"/>
                </a:cubicBezTo>
                <a:lnTo>
                  <a:pt x="62461" y="142270"/>
                </a:lnTo>
                <a:lnTo>
                  <a:pt x="50741" y="216638"/>
                </a:lnTo>
                <a:cubicBezTo>
                  <a:pt x="50090" y="220777"/>
                  <a:pt x="51811" y="224963"/>
                  <a:pt x="55206" y="227428"/>
                </a:cubicBezTo>
                <a:cubicBezTo>
                  <a:pt x="58601" y="229893"/>
                  <a:pt x="63066" y="230265"/>
                  <a:pt x="66833" y="228358"/>
                </a:cubicBezTo>
                <a:lnTo>
                  <a:pt x="133992" y="194221"/>
                </a:lnTo>
                <a:lnTo>
                  <a:pt x="201104" y="228358"/>
                </a:lnTo>
                <a:cubicBezTo>
                  <a:pt x="204825" y="230265"/>
                  <a:pt x="209336" y="229893"/>
                  <a:pt x="212731" y="227428"/>
                </a:cubicBezTo>
                <a:cubicBezTo>
                  <a:pt x="216126" y="224963"/>
                  <a:pt x="217847" y="220824"/>
                  <a:pt x="217196" y="216638"/>
                </a:cubicBezTo>
                <a:lnTo>
                  <a:pt x="205429" y="142270"/>
                </a:lnTo>
                <a:lnTo>
                  <a:pt x="258635" y="89018"/>
                </a:lnTo>
                <a:cubicBezTo>
                  <a:pt x="261612" y="86041"/>
                  <a:pt x="262635" y="81669"/>
                  <a:pt x="261333" y="77670"/>
                </a:cubicBezTo>
                <a:cubicBezTo>
                  <a:pt x="260031" y="73670"/>
                  <a:pt x="256635" y="70740"/>
                  <a:pt x="252450" y="70089"/>
                </a:cubicBezTo>
                <a:lnTo>
                  <a:pt x="178129" y="58276"/>
                </a:lnTo>
                <a:lnTo>
                  <a:pt x="143945" y="-879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4349750" y="2230438"/>
            <a:ext cx="3492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6737" y="2555875"/>
            <a:ext cx="82624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7359" y="2770188"/>
            <a:ext cx="5082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/month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13250" y="3119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4611688" y="3087688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in Basic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13250" y="3373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4611688" y="3341688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3250" y="3627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4611688" y="3595688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integration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1969" y="1464469"/>
            <a:ext cx="3738563" cy="2484438"/>
          </a:xfrm>
          <a:custGeom>
            <a:avLst/>
            <a:gdLst/>
            <a:ahLst/>
            <a:cxnLst/>
            <a:rect l="l" t="t" r="r" b="b"/>
            <a:pathLst>
              <a:path w="3738563" h="2484438">
                <a:moveTo>
                  <a:pt x="95253" y="0"/>
                </a:moveTo>
                <a:lnTo>
                  <a:pt x="3643309" y="0"/>
                </a:lnTo>
                <a:cubicBezTo>
                  <a:pt x="3695916" y="0"/>
                  <a:pt x="3738563" y="42646"/>
                  <a:pt x="3738563" y="95253"/>
                </a:cubicBezTo>
                <a:lnTo>
                  <a:pt x="3738563" y="2389184"/>
                </a:lnTo>
                <a:cubicBezTo>
                  <a:pt x="3738563" y="2441791"/>
                  <a:pt x="3695916" y="2484438"/>
                  <a:pt x="3643309" y="2484438"/>
                </a:cubicBezTo>
                <a:lnTo>
                  <a:pt x="95253" y="2484438"/>
                </a:lnTo>
                <a:cubicBezTo>
                  <a:pt x="42646" y="2484438"/>
                  <a:pt x="0" y="2441791"/>
                  <a:pt x="0" y="2389184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47250" y="1627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69289" y="1762125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45573" y="40556"/>
                </a:moveTo>
                <a:cubicBezTo>
                  <a:pt x="149851" y="37161"/>
                  <a:pt x="152549" y="31905"/>
                  <a:pt x="152549" y="26045"/>
                </a:cubicBezTo>
                <a:cubicBezTo>
                  <a:pt x="152549" y="15766"/>
                  <a:pt x="144224" y="7441"/>
                  <a:pt x="133945" y="7441"/>
                </a:cubicBezTo>
                <a:cubicBezTo>
                  <a:pt x="123667" y="7441"/>
                  <a:pt x="115342" y="15766"/>
                  <a:pt x="115342" y="26045"/>
                </a:cubicBezTo>
                <a:cubicBezTo>
                  <a:pt x="115342" y="31905"/>
                  <a:pt x="118086" y="37161"/>
                  <a:pt x="122318" y="40556"/>
                </a:cubicBezTo>
                <a:lnTo>
                  <a:pt x="90506" y="90599"/>
                </a:lnTo>
                <a:cubicBezTo>
                  <a:pt x="85855" y="97901"/>
                  <a:pt x="75949" y="99715"/>
                  <a:pt x="69019" y="94506"/>
                </a:cubicBezTo>
                <a:lnTo>
                  <a:pt x="41346" y="73809"/>
                </a:lnTo>
                <a:cubicBezTo>
                  <a:pt x="43439" y="70833"/>
                  <a:pt x="44648" y="67159"/>
                  <a:pt x="44648" y="63252"/>
                </a:cubicBezTo>
                <a:cubicBezTo>
                  <a:pt x="44648" y="52974"/>
                  <a:pt x="36323" y="44648"/>
                  <a:pt x="26045" y="44648"/>
                </a:cubicBezTo>
                <a:cubicBezTo>
                  <a:pt x="15766" y="44648"/>
                  <a:pt x="7441" y="52974"/>
                  <a:pt x="7441" y="63252"/>
                </a:cubicBezTo>
                <a:cubicBezTo>
                  <a:pt x="7441" y="73391"/>
                  <a:pt x="15580" y="81669"/>
                  <a:pt x="25673" y="81855"/>
                </a:cubicBezTo>
                <a:lnTo>
                  <a:pt x="40835" y="183012"/>
                </a:lnTo>
                <a:cubicBezTo>
                  <a:pt x="43021" y="197569"/>
                  <a:pt x="55531" y="208359"/>
                  <a:pt x="70275" y="208359"/>
                </a:cubicBezTo>
                <a:lnTo>
                  <a:pt x="197616" y="208359"/>
                </a:lnTo>
                <a:cubicBezTo>
                  <a:pt x="212359" y="208359"/>
                  <a:pt x="224870" y="197569"/>
                  <a:pt x="227056" y="183012"/>
                </a:cubicBezTo>
                <a:lnTo>
                  <a:pt x="242218" y="81855"/>
                </a:lnTo>
                <a:cubicBezTo>
                  <a:pt x="252310" y="81669"/>
                  <a:pt x="260449" y="73391"/>
                  <a:pt x="260449" y="63252"/>
                </a:cubicBezTo>
                <a:cubicBezTo>
                  <a:pt x="260449" y="52974"/>
                  <a:pt x="252124" y="44648"/>
                  <a:pt x="241846" y="44648"/>
                </a:cubicBezTo>
                <a:cubicBezTo>
                  <a:pt x="231567" y="44648"/>
                  <a:pt x="223242" y="52974"/>
                  <a:pt x="223242" y="63252"/>
                </a:cubicBezTo>
                <a:cubicBezTo>
                  <a:pt x="223242" y="67159"/>
                  <a:pt x="224451" y="70833"/>
                  <a:pt x="226544" y="73809"/>
                </a:cubicBezTo>
                <a:lnTo>
                  <a:pt x="198918" y="94552"/>
                </a:lnTo>
                <a:cubicBezTo>
                  <a:pt x="191988" y="99761"/>
                  <a:pt x="182082" y="97948"/>
                  <a:pt x="177431" y="90646"/>
                </a:cubicBezTo>
                <a:lnTo>
                  <a:pt x="145573" y="40556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4" name="Text 32"/>
          <p:cNvSpPr/>
          <p:nvPr/>
        </p:nvSpPr>
        <p:spPr>
          <a:xfrm>
            <a:off x="8255000" y="2230438"/>
            <a:ext cx="3492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46071" y="2555875"/>
            <a:ext cx="1038076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$199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88525" y="2770188"/>
            <a:ext cx="5082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/month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18500" y="3119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8516938" y="308768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in Pro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18500" y="3373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Text 38"/>
          <p:cNvSpPr/>
          <p:nvPr/>
        </p:nvSpPr>
        <p:spPr>
          <a:xfrm>
            <a:off x="8516938" y="3341688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integration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18500" y="3627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2" name="Text 40"/>
          <p:cNvSpPr/>
          <p:nvPr/>
        </p:nvSpPr>
        <p:spPr>
          <a:xfrm>
            <a:off x="8516938" y="3595688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469" y="4083844"/>
            <a:ext cx="5691188" cy="2547938"/>
          </a:xfrm>
          <a:custGeom>
            <a:avLst/>
            <a:gdLst/>
            <a:ahLst/>
            <a:cxnLst/>
            <a:rect l="l" t="t" r="r" b="b"/>
            <a:pathLst>
              <a:path w="5691188" h="2547938">
                <a:moveTo>
                  <a:pt x="95242" y="0"/>
                </a:moveTo>
                <a:lnTo>
                  <a:pt x="5595946" y="0"/>
                </a:lnTo>
                <a:cubicBezTo>
                  <a:pt x="5648546" y="0"/>
                  <a:pt x="5691188" y="42641"/>
                  <a:pt x="5691188" y="95242"/>
                </a:cubicBezTo>
                <a:lnTo>
                  <a:pt x="5691188" y="2452696"/>
                </a:lnTo>
                <a:cubicBezTo>
                  <a:pt x="5691188" y="2505296"/>
                  <a:pt x="5648546" y="2547938"/>
                  <a:pt x="5595946" y="2547938"/>
                </a:cubicBezTo>
                <a:lnTo>
                  <a:pt x="95242" y="2547938"/>
                </a:lnTo>
                <a:cubicBezTo>
                  <a:pt x="42641" y="2547938"/>
                  <a:pt x="0" y="2505296"/>
                  <a:pt x="0" y="2452696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187" y="4246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9438" y="434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6" name="Text 44"/>
          <p:cNvSpPr/>
          <p:nvPr/>
        </p:nvSpPr>
        <p:spPr>
          <a:xfrm>
            <a:off x="960438" y="4325938"/>
            <a:ext cx="74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Add-Ons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4187" y="4754563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79438" y="4849813"/>
            <a:ext cx="117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42843" y="48498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+$29/mo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4187" y="5199063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79438" y="5294313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Integration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42843" y="52943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+$49/mo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5643563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79438" y="5738813"/>
            <a:ext cx="99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Integration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42843" y="57388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+$79/mo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84187" y="6088063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79438" y="6183313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Advertising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373315" y="6183313"/>
            <a:ext cx="44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9344" y="4083844"/>
            <a:ext cx="5691188" cy="2547938"/>
          </a:xfrm>
          <a:custGeom>
            <a:avLst/>
            <a:gdLst/>
            <a:ahLst/>
            <a:cxnLst/>
            <a:rect l="l" t="t" r="r" b="b"/>
            <a:pathLst>
              <a:path w="5691188" h="2547938">
                <a:moveTo>
                  <a:pt x="95242" y="0"/>
                </a:moveTo>
                <a:lnTo>
                  <a:pt x="5595946" y="0"/>
                </a:lnTo>
                <a:cubicBezTo>
                  <a:pt x="5648546" y="0"/>
                  <a:pt x="5691188" y="42641"/>
                  <a:pt x="5691188" y="95242"/>
                </a:cubicBezTo>
                <a:lnTo>
                  <a:pt x="5691188" y="2452696"/>
                </a:lnTo>
                <a:cubicBezTo>
                  <a:pt x="5691188" y="2505296"/>
                  <a:pt x="5648546" y="2547938"/>
                  <a:pt x="5595946" y="2547938"/>
                </a:cubicBezTo>
                <a:lnTo>
                  <a:pt x="95242" y="2547938"/>
                </a:lnTo>
                <a:cubicBezTo>
                  <a:pt x="42641" y="2547938"/>
                  <a:pt x="0" y="2505296"/>
                  <a:pt x="0" y="2452696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42063" y="4246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37313" y="434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62" name="Text 60"/>
          <p:cNvSpPr/>
          <p:nvPr/>
        </p:nvSpPr>
        <p:spPr>
          <a:xfrm>
            <a:off x="6818313" y="4325938"/>
            <a:ext cx="100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42063" y="4754563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can pay to be promoted in AI Maps search results when customers search for services in their area.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42063" y="5294313"/>
            <a:ext cx="5365750" cy="635000"/>
          </a:xfrm>
          <a:custGeom>
            <a:avLst/>
            <a:gdLst/>
            <a:ahLst/>
            <a:cxnLst/>
            <a:rect l="l" t="t" r="r" b="b"/>
            <a:pathLst>
              <a:path w="5365750" h="6350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571500"/>
                </a:lnTo>
                <a:cubicBezTo>
                  <a:pt x="5365750" y="606547"/>
                  <a:pt x="5337297" y="635000"/>
                  <a:pt x="53022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488906" y="5532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2999" y="5860"/>
                </a:moveTo>
                <a:cubicBezTo>
                  <a:pt x="146565" y="7441"/>
                  <a:pt x="148828" y="10976"/>
                  <a:pt x="148828" y="14883"/>
                </a:cubicBezTo>
                <a:lnTo>
                  <a:pt x="148828" y="143867"/>
                </a:lnTo>
                <a:cubicBezTo>
                  <a:pt x="148828" y="147774"/>
                  <a:pt x="146565" y="151309"/>
                  <a:pt x="142999" y="152890"/>
                </a:cubicBezTo>
                <a:cubicBezTo>
                  <a:pt x="139433" y="154471"/>
                  <a:pt x="135310" y="153882"/>
                  <a:pt x="132364" y="151309"/>
                </a:cubicBezTo>
                <a:lnTo>
                  <a:pt x="117915" y="138689"/>
                </a:lnTo>
                <a:cubicBezTo>
                  <a:pt x="104397" y="126876"/>
                  <a:pt x="87312" y="119993"/>
                  <a:pt x="69422" y="119156"/>
                </a:cubicBezTo>
                <a:lnTo>
                  <a:pt x="69422" y="148828"/>
                </a:lnTo>
                <a:cubicBezTo>
                  <a:pt x="69422" y="154316"/>
                  <a:pt x="64988" y="158750"/>
                  <a:pt x="59500" y="158750"/>
                </a:cubicBezTo>
                <a:lnTo>
                  <a:pt x="49578" y="158750"/>
                </a:lnTo>
                <a:cubicBezTo>
                  <a:pt x="44090" y="158750"/>
                  <a:pt x="39656" y="154316"/>
                  <a:pt x="39656" y="148828"/>
                </a:cubicBezTo>
                <a:lnTo>
                  <a:pt x="39656" y="119062"/>
                </a:lnTo>
                <a:cubicBezTo>
                  <a:pt x="17766" y="119062"/>
                  <a:pt x="0" y="101296"/>
                  <a:pt x="0" y="79375"/>
                </a:cubicBezTo>
                <a:cubicBezTo>
                  <a:pt x="0" y="57454"/>
                  <a:pt x="17766" y="39688"/>
                  <a:pt x="39688" y="39688"/>
                </a:cubicBezTo>
                <a:lnTo>
                  <a:pt x="65887" y="39688"/>
                </a:lnTo>
                <a:cubicBezTo>
                  <a:pt x="85049" y="39625"/>
                  <a:pt x="103529" y="32649"/>
                  <a:pt x="117946" y="20061"/>
                </a:cubicBezTo>
                <a:lnTo>
                  <a:pt x="132395" y="7441"/>
                </a:lnTo>
                <a:cubicBezTo>
                  <a:pt x="135310" y="4868"/>
                  <a:pt x="139495" y="4279"/>
                  <a:pt x="143030" y="5860"/>
                </a:cubicBezTo>
                <a:close/>
                <a:moveTo>
                  <a:pt x="69453" y="99219"/>
                </a:moveTo>
                <a:lnTo>
                  <a:pt x="69453" y="99281"/>
                </a:lnTo>
                <a:cubicBezTo>
                  <a:pt x="91250" y="100118"/>
                  <a:pt x="112179" y="108117"/>
                  <a:pt x="128984" y="122039"/>
                </a:cubicBezTo>
                <a:lnTo>
                  <a:pt x="128984" y="36680"/>
                </a:lnTo>
                <a:cubicBezTo>
                  <a:pt x="112179" y="50602"/>
                  <a:pt x="91250" y="58601"/>
                  <a:pt x="69453" y="59438"/>
                </a:cubicBezTo>
                <a:lnTo>
                  <a:pt x="69453" y="99219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66" name="Text 64"/>
          <p:cNvSpPr/>
          <p:nvPr/>
        </p:nvSpPr>
        <p:spPr>
          <a:xfrm>
            <a:off x="6762750" y="5421313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Featured Listings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62750" y="5611813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Pay-per-click or subscription</a:t>
            </a:r>
            <a:endParaRPr lang="en-US" sz="1600" dirty="0"/>
          </a:p>
        </p:txBody>
      </p:sp>
      <p:pic>
        <p:nvPicPr>
          <p:cNvPr id="68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649" y="-18323"/>
            <a:ext cx="1058967" cy="137014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2390775" cy="304800"/>
          </a:xfrm>
          <a:custGeom>
            <a:avLst/>
            <a:gdLst/>
            <a:ahLst/>
            <a:cxnLst/>
            <a:rect l="l" t="t" r="r" b="b"/>
            <a:pathLst>
              <a:path w="2390775" h="304800">
                <a:moveTo>
                  <a:pt x="152400" y="0"/>
                </a:moveTo>
                <a:lnTo>
                  <a:pt x="2238375" y="0"/>
                </a:lnTo>
                <a:cubicBezTo>
                  <a:pt x="2322487" y="0"/>
                  <a:pt x="2390775" y="68288"/>
                  <a:pt x="2390775" y="152400"/>
                </a:cubicBezTo>
                <a:lnTo>
                  <a:pt x="2390775" y="152400"/>
                </a:lnTo>
                <a:cubicBezTo>
                  <a:pt x="2390775" y="236512"/>
                  <a:pt x="2322487" y="304800"/>
                  <a:pt x="2238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21583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POSITIONING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57340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This Is Big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564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just a chatbot—a new communication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5553075" cy="4705350"/>
          </a:xfrm>
          <a:custGeom>
            <a:avLst/>
            <a:gdLst/>
            <a:ahLst/>
            <a:cxnLst/>
            <a:rect l="l" t="t" r="r" b="b"/>
            <a:pathLst>
              <a:path w="5553075" h="4705350">
                <a:moveTo>
                  <a:pt x="114293" y="0"/>
                </a:moveTo>
                <a:lnTo>
                  <a:pt x="5438782" y="0"/>
                </a:lnTo>
                <a:cubicBezTo>
                  <a:pt x="5501904" y="0"/>
                  <a:pt x="5553075" y="51171"/>
                  <a:pt x="5553075" y="114293"/>
                </a:cubicBezTo>
                <a:lnTo>
                  <a:pt x="5553075" y="4591057"/>
                </a:lnTo>
                <a:cubicBezTo>
                  <a:pt x="5553075" y="4654179"/>
                  <a:pt x="5501904" y="4705350"/>
                  <a:pt x="5438782" y="4705350"/>
                </a:cubicBezTo>
                <a:lnTo>
                  <a:pt x="114293" y="4705350"/>
                </a:lnTo>
                <a:cubicBezTo>
                  <a:pt x="51171" y="4705350"/>
                  <a:pt x="0" y="4654179"/>
                  <a:pt x="0" y="45910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125" y="200025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457450"/>
            <a:ext cx="5086350" cy="1371600"/>
          </a:xfrm>
          <a:custGeom>
            <a:avLst/>
            <a:gdLst/>
            <a:ahLst/>
            <a:cxnLst/>
            <a:rect l="l" t="t" r="r" b="b"/>
            <a:pathLst>
              <a:path w="5086350" h="1371600">
                <a:moveTo>
                  <a:pt x="76206" y="0"/>
                </a:moveTo>
                <a:lnTo>
                  <a:pt x="5010144" y="0"/>
                </a:lnTo>
                <a:cubicBezTo>
                  <a:pt x="5052231" y="0"/>
                  <a:pt x="5086350" y="34119"/>
                  <a:pt x="5086350" y="76206"/>
                </a:cubicBezTo>
                <a:lnTo>
                  <a:pt x="5086350" y="1295394"/>
                </a:lnTo>
                <a:cubicBezTo>
                  <a:pt x="5086350" y="1337481"/>
                  <a:pt x="5052231" y="1371600"/>
                  <a:pt x="50101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" y="2647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8688" y="27432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1304925" y="27051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14325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identified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numbers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—legacy infrastructure, expensive, poor AI performance.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57525" y="40195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125" y="4495800"/>
            <a:ext cx="5086350" cy="1371600"/>
          </a:xfrm>
          <a:custGeom>
            <a:avLst/>
            <a:gdLst/>
            <a:ahLst/>
            <a:cxnLst/>
            <a:rect l="l" t="t" r="r" b="b"/>
            <a:pathLst>
              <a:path w="5086350" h="1371600">
                <a:moveTo>
                  <a:pt x="76206" y="0"/>
                </a:moveTo>
                <a:lnTo>
                  <a:pt x="5010144" y="0"/>
                </a:lnTo>
                <a:cubicBezTo>
                  <a:pt x="5052231" y="0"/>
                  <a:pt x="5086350" y="34119"/>
                  <a:pt x="5086350" y="76206"/>
                </a:cubicBezTo>
                <a:lnTo>
                  <a:pt x="5086350" y="1295394"/>
                </a:lnTo>
                <a:cubicBezTo>
                  <a:pt x="5086350" y="1337481"/>
                  <a:pt x="5052231" y="1371600"/>
                  <a:pt x="50101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9625" y="468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6781" y="4781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1304925" y="47434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625" y="518160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become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endpoints on the internet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—direct IP connection, cheap, AI-optimized.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3163" y="385763"/>
            <a:ext cx="5553075" cy="5362575"/>
          </a:xfrm>
          <a:custGeom>
            <a:avLst/>
            <a:gdLst/>
            <a:ahLst/>
            <a:cxnLst/>
            <a:rect l="l" t="t" r="r" b="b"/>
            <a:pathLst>
              <a:path w="5553075" h="5362575">
                <a:moveTo>
                  <a:pt x="114276" y="0"/>
                </a:moveTo>
                <a:lnTo>
                  <a:pt x="5438799" y="0"/>
                </a:lnTo>
                <a:cubicBezTo>
                  <a:pt x="5501912" y="0"/>
                  <a:pt x="5553075" y="51163"/>
                  <a:pt x="5553075" y="114276"/>
                </a:cubicBezTo>
                <a:lnTo>
                  <a:pt x="5553075" y="5248299"/>
                </a:lnTo>
                <a:cubicBezTo>
                  <a:pt x="5553075" y="5311412"/>
                  <a:pt x="5501912" y="5362575"/>
                  <a:pt x="5438799" y="5362575"/>
                </a:cubicBezTo>
                <a:lnTo>
                  <a:pt x="114276" y="5362575"/>
                </a:lnTo>
                <a:cubicBezTo>
                  <a:pt x="51163" y="5362575"/>
                  <a:pt x="0" y="5311412"/>
                  <a:pt x="0" y="5248299"/>
                </a:cubicBezTo>
                <a:lnTo>
                  <a:pt x="0" y="114276"/>
                </a:lnTo>
                <a:cubicBezTo>
                  <a:pt x="0" y="51163"/>
                  <a:pt x="51163" y="0"/>
                  <a:pt x="11427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6525" y="6191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6525" y="1076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19875" y="1209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7096125" y="10763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Internet-Native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96125" y="1381125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become discoverable and interactable via web protocols, not legacy telecom.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865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43688" y="21621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7096125" y="20288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Voice-First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96125" y="2333625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conversation replaces navigating phone trees and waiting on hold.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6525" y="2981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96063" y="31146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7096125" y="29813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6125" y="3286125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business gets a 24/7 intelligent assistant that learns and improves.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6525" y="3933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07969" y="40671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6" name="Text 34"/>
          <p:cNvSpPr/>
          <p:nvPr/>
        </p:nvSpPr>
        <p:spPr>
          <a:xfrm>
            <a:off x="7096125" y="39338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96125" y="4238625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new business strengthens the platform for all—classic network effects.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7450" y="5905500"/>
            <a:ext cx="5543550" cy="571500"/>
          </a:xfrm>
          <a:custGeom>
            <a:avLst/>
            <a:gdLst/>
            <a:ahLst/>
            <a:cxnLst/>
            <a:rect l="l" t="t" r="r" b="b"/>
            <a:pathLst>
              <a:path w="5543550" h="571500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495302"/>
                </a:lnTo>
                <a:cubicBezTo>
                  <a:pt x="5543550" y="537385"/>
                  <a:pt x="5509435" y="571500"/>
                  <a:pt x="54673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6267450" y="5905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0" name="Text 38"/>
          <p:cNvSpPr/>
          <p:nvPr/>
        </p:nvSpPr>
        <p:spPr>
          <a:xfrm>
            <a:off x="6396038" y="6057900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storefront becomes an </a:t>
            </a:r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interface</a:t>
            </a:r>
            <a:endParaRPr lang="en-US" sz="1600" dirty="0"/>
          </a:p>
        </p:txBody>
      </p:sp>
      <p:pic>
        <p:nvPicPr>
          <p:cNvPr id="41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6981" y="5867400"/>
            <a:ext cx="1243058" cy="160833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8062" y="358062"/>
            <a:ext cx="1673938" cy="286449"/>
          </a:xfrm>
          <a:custGeom>
            <a:avLst/>
            <a:gdLst/>
            <a:ahLst/>
            <a:cxnLst/>
            <a:rect l="l" t="t" r="r" b="b"/>
            <a:pathLst>
              <a:path w="1673938" h="286449">
                <a:moveTo>
                  <a:pt x="143225" y="0"/>
                </a:moveTo>
                <a:lnTo>
                  <a:pt x="1530714" y="0"/>
                </a:lnTo>
                <a:cubicBezTo>
                  <a:pt x="1609814" y="0"/>
                  <a:pt x="1673938" y="64124"/>
                  <a:pt x="1673938" y="143225"/>
                </a:cubicBezTo>
                <a:lnTo>
                  <a:pt x="1673938" y="143225"/>
                </a:lnTo>
                <a:cubicBezTo>
                  <a:pt x="1673938" y="222325"/>
                  <a:pt x="1609814" y="286449"/>
                  <a:pt x="1530714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1286" y="420722"/>
            <a:ext cx="1460780" cy="1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56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MOAT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8062" y="751930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Technology Advantage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8062" y="1253216"/>
            <a:ext cx="1156539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architectural decisions that create defensibility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2537" y="1651559"/>
            <a:ext cx="11466925" cy="1512811"/>
          </a:xfrm>
          <a:custGeom>
            <a:avLst/>
            <a:gdLst/>
            <a:ahLst/>
            <a:cxnLst/>
            <a:rect l="l" t="t" r="r" b="b"/>
            <a:pathLst>
              <a:path w="11466925" h="1512811">
                <a:moveTo>
                  <a:pt x="107425" y="0"/>
                </a:moveTo>
                <a:lnTo>
                  <a:pt x="11359500" y="0"/>
                </a:lnTo>
                <a:cubicBezTo>
                  <a:pt x="11418829" y="0"/>
                  <a:pt x="11466925" y="48096"/>
                  <a:pt x="11466925" y="107425"/>
                </a:cubicBezTo>
                <a:lnTo>
                  <a:pt x="11466925" y="1405386"/>
                </a:lnTo>
                <a:cubicBezTo>
                  <a:pt x="11466925" y="1464715"/>
                  <a:pt x="11418829" y="1512811"/>
                  <a:pt x="11359500" y="1512811"/>
                </a:cubicBezTo>
                <a:lnTo>
                  <a:pt x="107425" y="1512811"/>
                </a:lnTo>
                <a:cubicBezTo>
                  <a:pt x="48096" y="1512811"/>
                  <a:pt x="0" y="1464715"/>
                  <a:pt x="0" y="1405386"/>
                </a:cubicBezTo>
                <a:lnTo>
                  <a:pt x="0" y="107425"/>
                </a:lnTo>
                <a:cubicBezTo>
                  <a:pt x="0" y="48135"/>
                  <a:pt x="48135" y="0"/>
                  <a:pt x="10742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6044" y="1835066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07419" y="0"/>
                </a:moveTo>
                <a:lnTo>
                  <a:pt x="465480" y="0"/>
                </a:lnTo>
                <a:cubicBezTo>
                  <a:pt x="524806" y="0"/>
                  <a:pt x="572899" y="48093"/>
                  <a:pt x="572899" y="107419"/>
                </a:cubicBezTo>
                <a:lnTo>
                  <a:pt x="572899" y="465480"/>
                </a:lnTo>
                <a:cubicBezTo>
                  <a:pt x="572899" y="524806"/>
                  <a:pt x="524806" y="572899"/>
                  <a:pt x="465480" y="572899"/>
                </a:cubicBezTo>
                <a:lnTo>
                  <a:pt x="107419" y="572899"/>
                </a:lnTo>
                <a:cubicBezTo>
                  <a:pt x="48093" y="572899"/>
                  <a:pt x="0" y="524806"/>
                  <a:pt x="0" y="465480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757804" y="1960388"/>
            <a:ext cx="286449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7974" y="1835066"/>
            <a:ext cx="1045540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Model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7974" y="2193128"/>
            <a:ext cx="10419595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</a:t>
            </a:r>
            <a:pPr>
              <a:lnSpc>
                <a:spcPct val="140000"/>
              </a:lnSpc>
            </a:pPr>
            <a:r>
              <a:rPr lang="en-US" sz="1128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2.5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our unified AI engine instead of juggling multiple specialized models. This eliminates compatibility issues, reduces latency, and ensures consistent performance.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15877" y="2801833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617" y="2766026"/>
            <a:ext cx="1244264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model conflicts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79879" y="2801833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3112619" y="2766026"/>
            <a:ext cx="95781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latency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57432" y="2801833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4390172" y="2766026"/>
            <a:ext cx="119950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quality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2537" y="3316546"/>
            <a:ext cx="11466925" cy="1512811"/>
          </a:xfrm>
          <a:custGeom>
            <a:avLst/>
            <a:gdLst/>
            <a:ahLst/>
            <a:cxnLst/>
            <a:rect l="l" t="t" r="r" b="b"/>
            <a:pathLst>
              <a:path w="11466925" h="1512811">
                <a:moveTo>
                  <a:pt x="107425" y="0"/>
                </a:moveTo>
                <a:lnTo>
                  <a:pt x="11359500" y="0"/>
                </a:lnTo>
                <a:cubicBezTo>
                  <a:pt x="11418829" y="0"/>
                  <a:pt x="11466925" y="48096"/>
                  <a:pt x="11466925" y="107425"/>
                </a:cubicBezTo>
                <a:lnTo>
                  <a:pt x="11466925" y="1405386"/>
                </a:lnTo>
                <a:cubicBezTo>
                  <a:pt x="11466925" y="1464715"/>
                  <a:pt x="11418829" y="1512811"/>
                  <a:pt x="11359500" y="1512811"/>
                </a:cubicBezTo>
                <a:lnTo>
                  <a:pt x="107425" y="1512811"/>
                </a:lnTo>
                <a:cubicBezTo>
                  <a:pt x="48096" y="1512811"/>
                  <a:pt x="0" y="1464715"/>
                  <a:pt x="0" y="1405386"/>
                </a:cubicBezTo>
                <a:lnTo>
                  <a:pt x="0" y="107425"/>
                </a:lnTo>
                <a:cubicBezTo>
                  <a:pt x="0" y="48135"/>
                  <a:pt x="48135" y="0"/>
                  <a:pt x="10742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044" y="3500053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07419" y="0"/>
                </a:moveTo>
                <a:lnTo>
                  <a:pt x="465480" y="0"/>
                </a:lnTo>
                <a:cubicBezTo>
                  <a:pt x="524806" y="0"/>
                  <a:pt x="572899" y="48093"/>
                  <a:pt x="572899" y="107419"/>
                </a:cubicBezTo>
                <a:lnTo>
                  <a:pt x="572899" y="465480"/>
                </a:lnTo>
                <a:cubicBezTo>
                  <a:pt x="572899" y="524806"/>
                  <a:pt x="524806" y="572899"/>
                  <a:pt x="465480" y="572899"/>
                </a:cubicBezTo>
                <a:lnTo>
                  <a:pt x="107419" y="572899"/>
                </a:lnTo>
                <a:cubicBezTo>
                  <a:pt x="48093" y="572899"/>
                  <a:pt x="0" y="524806"/>
                  <a:pt x="0" y="465480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0" name="Text 18"/>
          <p:cNvSpPr/>
          <p:nvPr/>
        </p:nvSpPr>
        <p:spPr>
          <a:xfrm>
            <a:off x="757804" y="3625374"/>
            <a:ext cx="286449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7974" y="3500053"/>
            <a:ext cx="1045540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Voice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7974" y="3858115"/>
            <a:ext cx="10419595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Bypassing the entire telephony stack—</a:t>
            </a:r>
            <a:pPr>
              <a:lnSpc>
                <a:spcPct val="140000"/>
              </a:lnSpc>
            </a:pPr>
            <a:r>
              <a:rPr lang="en-US" sz="1128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PSTN, no SIP, no carriers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Direct WebRTC connection from customer phone to AI server delivers superior audio quality at a fraction of the cost.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15877" y="446681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1548617" y="4431013"/>
            <a:ext cx="93991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fidelity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77485" y="446681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2810225" y="4431013"/>
            <a:ext cx="76088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cost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63978" y="446681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3896718" y="4431013"/>
            <a:ext cx="1244264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AI accuracy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2537" y="4981533"/>
            <a:ext cx="11466925" cy="1512811"/>
          </a:xfrm>
          <a:custGeom>
            <a:avLst/>
            <a:gdLst/>
            <a:ahLst/>
            <a:cxnLst/>
            <a:rect l="l" t="t" r="r" b="b"/>
            <a:pathLst>
              <a:path w="11466925" h="1512811">
                <a:moveTo>
                  <a:pt x="107425" y="0"/>
                </a:moveTo>
                <a:lnTo>
                  <a:pt x="11359500" y="0"/>
                </a:lnTo>
                <a:cubicBezTo>
                  <a:pt x="11418829" y="0"/>
                  <a:pt x="11466925" y="48096"/>
                  <a:pt x="11466925" y="107425"/>
                </a:cubicBezTo>
                <a:lnTo>
                  <a:pt x="11466925" y="1405386"/>
                </a:lnTo>
                <a:cubicBezTo>
                  <a:pt x="11466925" y="1464715"/>
                  <a:pt x="11418829" y="1512811"/>
                  <a:pt x="11359500" y="1512811"/>
                </a:cubicBezTo>
                <a:lnTo>
                  <a:pt x="107425" y="1512811"/>
                </a:lnTo>
                <a:cubicBezTo>
                  <a:pt x="48096" y="1512811"/>
                  <a:pt x="0" y="1464715"/>
                  <a:pt x="0" y="1405386"/>
                </a:cubicBezTo>
                <a:lnTo>
                  <a:pt x="0" y="107425"/>
                </a:lnTo>
                <a:cubicBezTo>
                  <a:pt x="0" y="48135"/>
                  <a:pt x="48135" y="0"/>
                  <a:pt x="10742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044" y="5165040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07419" y="0"/>
                </a:moveTo>
                <a:lnTo>
                  <a:pt x="465480" y="0"/>
                </a:lnTo>
                <a:cubicBezTo>
                  <a:pt x="524806" y="0"/>
                  <a:pt x="572899" y="48093"/>
                  <a:pt x="572899" y="107419"/>
                </a:cubicBezTo>
                <a:lnTo>
                  <a:pt x="572899" y="465480"/>
                </a:lnTo>
                <a:cubicBezTo>
                  <a:pt x="572899" y="524806"/>
                  <a:pt x="524806" y="572899"/>
                  <a:pt x="465480" y="572899"/>
                </a:cubicBezTo>
                <a:lnTo>
                  <a:pt x="107419" y="572899"/>
                </a:lnTo>
                <a:cubicBezTo>
                  <a:pt x="48093" y="572899"/>
                  <a:pt x="0" y="524806"/>
                  <a:pt x="0" y="465480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757804" y="5290361"/>
            <a:ext cx="286449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7974" y="5165040"/>
            <a:ext cx="1045540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Locked Agent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7974" y="5523101"/>
            <a:ext cx="10419595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Pre-configured AI agents with </a:t>
            </a:r>
            <a:pPr>
              <a:lnSpc>
                <a:spcPct val="140000"/>
              </a:lnSpc>
            </a:pPr>
            <a:r>
              <a:rPr lang="en-US" sz="1128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customization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Businesses can't accidentally break the AI with rogue edits or no-code corruption. The system stays stable and predictable.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15877" y="613180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5" name="Text 33"/>
          <p:cNvSpPr/>
          <p:nvPr/>
        </p:nvSpPr>
        <p:spPr>
          <a:xfrm>
            <a:off x="1548617" y="6096000"/>
            <a:ext cx="93096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corruption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569512" y="613180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7" name="Text 35"/>
          <p:cNvSpPr/>
          <p:nvPr/>
        </p:nvSpPr>
        <p:spPr>
          <a:xfrm>
            <a:off x="2802252" y="6096000"/>
            <a:ext cx="148595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experience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80521" y="6131806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9" name="Text 37"/>
          <p:cNvSpPr/>
          <p:nvPr/>
        </p:nvSpPr>
        <p:spPr>
          <a:xfrm>
            <a:off x="4613261" y="6096000"/>
            <a:ext cx="125321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maintenance</a:t>
            </a:r>
            <a:endParaRPr lang="en-US" sz="1600" dirty="0"/>
          </a:p>
        </p:txBody>
      </p:sp>
      <p:pic>
        <p:nvPicPr>
          <p:cNvPr id="40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5484" y="-81240"/>
            <a:ext cx="1287890" cy="166633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https://kimi-img.moonshot.cn/pub/slides/okc/7nb4wss7tyqew/network_visual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77" b="777"/>
          <a:stretch/>
        </p:blipFill>
        <p:spPr>
          <a:xfrm>
            <a:off x="-8894" y="0"/>
            <a:ext cx="12192000" cy="6858578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69735" y="369735"/>
            <a:ext cx="1922620" cy="295788"/>
          </a:xfrm>
          <a:custGeom>
            <a:avLst/>
            <a:gdLst/>
            <a:ahLst/>
            <a:cxnLst/>
            <a:rect l="l" t="t" r="r" b="b"/>
            <a:pathLst>
              <a:path w="1922620" h="295788">
                <a:moveTo>
                  <a:pt x="147894" y="0"/>
                </a:moveTo>
                <a:lnTo>
                  <a:pt x="1774726" y="0"/>
                </a:lnTo>
                <a:cubicBezTo>
                  <a:pt x="1856406" y="0"/>
                  <a:pt x="1922620" y="66214"/>
                  <a:pt x="1922620" y="147894"/>
                </a:cubicBezTo>
                <a:lnTo>
                  <a:pt x="1922620" y="147894"/>
                </a:lnTo>
                <a:cubicBezTo>
                  <a:pt x="1922620" y="229573"/>
                  <a:pt x="1856406" y="295788"/>
                  <a:pt x="1774726" y="295788"/>
                </a:cubicBezTo>
                <a:lnTo>
                  <a:pt x="147894" y="295788"/>
                </a:lnTo>
                <a:cubicBezTo>
                  <a:pt x="66269" y="295788"/>
                  <a:pt x="0" y="229519"/>
                  <a:pt x="0" y="147894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17629" y="434438"/>
            <a:ext cx="1704823" cy="15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spc="58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STRATEGY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9735" y="776443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Distribution Strategy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9735" y="1294071"/>
            <a:ext cx="1154496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sticker affiliate program for rapid expansion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4356" y="1705401"/>
            <a:ext cx="5629210" cy="4446059"/>
          </a:xfrm>
          <a:custGeom>
            <a:avLst/>
            <a:gdLst/>
            <a:ahLst/>
            <a:cxnLst/>
            <a:rect l="l" t="t" r="r" b="b"/>
            <a:pathLst>
              <a:path w="5629210" h="4446059">
                <a:moveTo>
                  <a:pt x="110929" y="0"/>
                </a:moveTo>
                <a:lnTo>
                  <a:pt x="5518281" y="0"/>
                </a:lnTo>
                <a:cubicBezTo>
                  <a:pt x="5579545" y="0"/>
                  <a:pt x="5629210" y="49665"/>
                  <a:pt x="5629210" y="110929"/>
                </a:cubicBezTo>
                <a:lnTo>
                  <a:pt x="5629210" y="4335130"/>
                </a:lnTo>
                <a:cubicBezTo>
                  <a:pt x="5629210" y="4396394"/>
                  <a:pt x="5579545" y="4446059"/>
                  <a:pt x="5518281" y="4446059"/>
                </a:cubicBezTo>
                <a:lnTo>
                  <a:pt x="110929" y="4446059"/>
                </a:lnTo>
                <a:cubicBezTo>
                  <a:pt x="49665" y="4446059"/>
                  <a:pt x="0" y="4396394"/>
                  <a:pt x="0" y="4335130"/>
                </a:cubicBezTo>
                <a:lnTo>
                  <a:pt x="0" y="110929"/>
                </a:lnTo>
                <a:cubicBezTo>
                  <a:pt x="0" y="49706"/>
                  <a:pt x="49706" y="0"/>
                  <a:pt x="110929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819" y="1931864"/>
            <a:ext cx="5287205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Affiliate Model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0819" y="2412519"/>
            <a:ext cx="5176285" cy="1072230"/>
          </a:xfrm>
          <a:custGeom>
            <a:avLst/>
            <a:gdLst/>
            <a:ahLst/>
            <a:cxnLst/>
            <a:rect l="l" t="t" r="r" b="b"/>
            <a:pathLst>
              <a:path w="5176285" h="1072230">
                <a:moveTo>
                  <a:pt x="73952" y="0"/>
                </a:moveTo>
                <a:lnTo>
                  <a:pt x="5102333" y="0"/>
                </a:lnTo>
                <a:cubicBezTo>
                  <a:pt x="5143176" y="0"/>
                  <a:pt x="5176285" y="33109"/>
                  <a:pt x="5176285" y="73952"/>
                </a:cubicBezTo>
                <a:lnTo>
                  <a:pt x="5176285" y="998279"/>
                </a:lnTo>
                <a:cubicBezTo>
                  <a:pt x="5176285" y="1039121"/>
                  <a:pt x="5143176" y="1072230"/>
                  <a:pt x="5102333" y="1072230"/>
                </a:cubicBezTo>
                <a:lnTo>
                  <a:pt x="73952" y="1072230"/>
                </a:lnTo>
                <a:cubicBezTo>
                  <a:pt x="33109" y="1072230"/>
                  <a:pt x="0" y="1039121"/>
                  <a:pt x="0" y="998279"/>
                </a:cubicBezTo>
                <a:lnTo>
                  <a:pt x="0" y="73952"/>
                </a:lnTo>
                <a:cubicBezTo>
                  <a:pt x="0" y="33109"/>
                  <a:pt x="33109" y="0"/>
                  <a:pt x="739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60267" y="2597386"/>
            <a:ext cx="207976" cy="184867"/>
          </a:xfrm>
          <a:custGeom>
            <a:avLst/>
            <a:gdLst/>
            <a:ahLst/>
            <a:cxnLst/>
            <a:rect l="l" t="t" r="r" b="b"/>
            <a:pathLst>
              <a:path w="207976" h="184867">
                <a:moveTo>
                  <a:pt x="97091" y="30763"/>
                </a:moveTo>
                <a:lnTo>
                  <a:pt x="54991" y="77558"/>
                </a:lnTo>
                <a:cubicBezTo>
                  <a:pt x="53330" y="79399"/>
                  <a:pt x="53402" y="82252"/>
                  <a:pt x="55171" y="84021"/>
                </a:cubicBezTo>
                <a:cubicBezTo>
                  <a:pt x="66184" y="95033"/>
                  <a:pt x="84057" y="95033"/>
                  <a:pt x="95069" y="84021"/>
                </a:cubicBezTo>
                <a:lnTo>
                  <a:pt x="106551" y="72539"/>
                </a:lnTo>
                <a:cubicBezTo>
                  <a:pt x="108068" y="71022"/>
                  <a:pt x="109982" y="70192"/>
                  <a:pt x="111931" y="70047"/>
                </a:cubicBezTo>
                <a:cubicBezTo>
                  <a:pt x="114387" y="69831"/>
                  <a:pt x="116914" y="70661"/>
                  <a:pt x="118792" y="72539"/>
                </a:cubicBezTo>
                <a:lnTo>
                  <a:pt x="182556" y="135762"/>
                </a:lnTo>
                <a:lnTo>
                  <a:pt x="207976" y="115542"/>
                </a:lnTo>
                <a:lnTo>
                  <a:pt x="207976" y="11554"/>
                </a:lnTo>
                <a:lnTo>
                  <a:pt x="167536" y="34663"/>
                </a:lnTo>
                <a:lnTo>
                  <a:pt x="158943" y="28922"/>
                </a:lnTo>
                <a:cubicBezTo>
                  <a:pt x="153238" y="25130"/>
                  <a:pt x="146558" y="23108"/>
                  <a:pt x="139698" y="23108"/>
                </a:cubicBezTo>
                <a:lnTo>
                  <a:pt x="114278" y="23108"/>
                </a:lnTo>
                <a:cubicBezTo>
                  <a:pt x="113881" y="23108"/>
                  <a:pt x="113448" y="23108"/>
                  <a:pt x="113051" y="23145"/>
                </a:cubicBezTo>
                <a:cubicBezTo>
                  <a:pt x="106949" y="23469"/>
                  <a:pt x="101208" y="26214"/>
                  <a:pt x="97091" y="30763"/>
                </a:cubicBezTo>
                <a:close/>
                <a:moveTo>
                  <a:pt x="42101" y="65967"/>
                </a:moveTo>
                <a:lnTo>
                  <a:pt x="80663" y="23108"/>
                </a:lnTo>
                <a:lnTo>
                  <a:pt x="66364" y="23108"/>
                </a:lnTo>
                <a:cubicBezTo>
                  <a:pt x="57157" y="23108"/>
                  <a:pt x="48347" y="26755"/>
                  <a:pt x="41848" y="33254"/>
                </a:cubicBezTo>
                <a:lnTo>
                  <a:pt x="40440" y="34663"/>
                </a:lnTo>
                <a:lnTo>
                  <a:pt x="0" y="11554"/>
                </a:lnTo>
                <a:lnTo>
                  <a:pt x="0" y="115542"/>
                </a:lnTo>
                <a:lnTo>
                  <a:pt x="56471" y="162589"/>
                </a:lnTo>
                <a:cubicBezTo>
                  <a:pt x="64776" y="169522"/>
                  <a:pt x="75247" y="173313"/>
                  <a:pt x="86043" y="173313"/>
                </a:cubicBezTo>
                <a:lnTo>
                  <a:pt x="91712" y="173313"/>
                </a:lnTo>
                <a:lnTo>
                  <a:pt x="89184" y="170786"/>
                </a:lnTo>
                <a:cubicBezTo>
                  <a:pt x="85790" y="167392"/>
                  <a:pt x="85790" y="161903"/>
                  <a:pt x="89184" y="158545"/>
                </a:cubicBezTo>
                <a:cubicBezTo>
                  <a:pt x="92578" y="155187"/>
                  <a:pt x="98066" y="155151"/>
                  <a:pt x="101424" y="158545"/>
                </a:cubicBezTo>
                <a:lnTo>
                  <a:pt x="116228" y="173349"/>
                </a:lnTo>
                <a:lnTo>
                  <a:pt x="119478" y="173349"/>
                </a:lnTo>
                <a:cubicBezTo>
                  <a:pt x="126374" y="173349"/>
                  <a:pt x="133126" y="171797"/>
                  <a:pt x="139264" y="168908"/>
                </a:cubicBezTo>
                <a:lnTo>
                  <a:pt x="129624" y="159231"/>
                </a:lnTo>
                <a:cubicBezTo>
                  <a:pt x="126230" y="155837"/>
                  <a:pt x="126230" y="150349"/>
                  <a:pt x="129624" y="146991"/>
                </a:cubicBezTo>
                <a:cubicBezTo>
                  <a:pt x="133018" y="143633"/>
                  <a:pt x="138506" y="143597"/>
                  <a:pt x="141864" y="146991"/>
                </a:cubicBezTo>
                <a:lnTo>
                  <a:pt x="153418" y="158545"/>
                </a:lnTo>
                <a:lnTo>
                  <a:pt x="159737" y="152227"/>
                </a:lnTo>
                <a:cubicBezTo>
                  <a:pt x="162950" y="149013"/>
                  <a:pt x="163889" y="144355"/>
                  <a:pt x="162481" y="140275"/>
                </a:cubicBezTo>
                <a:lnTo>
                  <a:pt x="112690" y="90881"/>
                </a:lnTo>
                <a:lnTo>
                  <a:pt x="107310" y="96261"/>
                </a:lnTo>
                <a:cubicBezTo>
                  <a:pt x="89509" y="114062"/>
                  <a:pt x="60696" y="114062"/>
                  <a:pt x="42895" y="96261"/>
                </a:cubicBezTo>
                <a:cubicBezTo>
                  <a:pt x="34590" y="87956"/>
                  <a:pt x="34265" y="74633"/>
                  <a:pt x="42101" y="65931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Text 11"/>
          <p:cNvSpPr/>
          <p:nvPr/>
        </p:nvSpPr>
        <p:spPr>
          <a:xfrm>
            <a:off x="1090717" y="2560412"/>
            <a:ext cx="223689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Partners Distribute QR Kits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8713" y="2893174"/>
            <a:ext cx="4954444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affiliates receive QR sticker kits and onboarding materials to distribute to businesses in their area.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0819" y="3632643"/>
            <a:ext cx="5176285" cy="1072230"/>
          </a:xfrm>
          <a:custGeom>
            <a:avLst/>
            <a:gdLst/>
            <a:ahLst/>
            <a:cxnLst/>
            <a:rect l="l" t="t" r="r" b="b"/>
            <a:pathLst>
              <a:path w="5176285" h="1072230">
                <a:moveTo>
                  <a:pt x="73952" y="0"/>
                </a:moveTo>
                <a:lnTo>
                  <a:pt x="5102333" y="0"/>
                </a:lnTo>
                <a:cubicBezTo>
                  <a:pt x="5143176" y="0"/>
                  <a:pt x="5176285" y="33109"/>
                  <a:pt x="5176285" y="73952"/>
                </a:cubicBezTo>
                <a:lnTo>
                  <a:pt x="5176285" y="998279"/>
                </a:lnTo>
                <a:cubicBezTo>
                  <a:pt x="5176285" y="1039121"/>
                  <a:pt x="5143176" y="1072230"/>
                  <a:pt x="5102333" y="1072230"/>
                </a:cubicBezTo>
                <a:lnTo>
                  <a:pt x="73952" y="1072230"/>
                </a:lnTo>
                <a:cubicBezTo>
                  <a:pt x="33109" y="1072230"/>
                  <a:pt x="0" y="1039121"/>
                  <a:pt x="0" y="998279"/>
                </a:cubicBezTo>
                <a:lnTo>
                  <a:pt x="0" y="73952"/>
                </a:lnTo>
                <a:cubicBezTo>
                  <a:pt x="0" y="33109"/>
                  <a:pt x="33109" y="0"/>
                  <a:pt x="739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6484" y="3817510"/>
            <a:ext cx="115542" cy="184867"/>
          </a:xfrm>
          <a:custGeom>
            <a:avLst/>
            <a:gdLst/>
            <a:ahLst/>
            <a:cxnLst/>
            <a:rect l="l" t="t" r="r" b="b"/>
            <a:pathLst>
              <a:path w="115542" h="184867">
                <a:moveTo>
                  <a:pt x="49105" y="8666"/>
                </a:moveTo>
                <a:cubicBezTo>
                  <a:pt x="49105" y="3863"/>
                  <a:pt x="52969" y="0"/>
                  <a:pt x="57771" y="0"/>
                </a:cubicBezTo>
                <a:cubicBezTo>
                  <a:pt x="62573" y="0"/>
                  <a:pt x="66437" y="3863"/>
                  <a:pt x="66437" y="8666"/>
                </a:cubicBezTo>
                <a:lnTo>
                  <a:pt x="66437" y="23108"/>
                </a:lnTo>
                <a:lnTo>
                  <a:pt x="86657" y="23108"/>
                </a:lnTo>
                <a:cubicBezTo>
                  <a:pt x="93047" y="23108"/>
                  <a:pt x="98211" y="28272"/>
                  <a:pt x="98211" y="34663"/>
                </a:cubicBezTo>
                <a:cubicBezTo>
                  <a:pt x="98211" y="41054"/>
                  <a:pt x="93047" y="46217"/>
                  <a:pt x="86657" y="46217"/>
                </a:cubicBezTo>
                <a:lnTo>
                  <a:pt x="45170" y="46217"/>
                </a:lnTo>
                <a:cubicBezTo>
                  <a:pt x="36179" y="46217"/>
                  <a:pt x="28886" y="53510"/>
                  <a:pt x="28886" y="62501"/>
                </a:cubicBezTo>
                <a:cubicBezTo>
                  <a:pt x="28886" y="70625"/>
                  <a:pt x="34843" y="77485"/>
                  <a:pt x="42859" y="78641"/>
                </a:cubicBezTo>
                <a:lnTo>
                  <a:pt x="75933" y="83371"/>
                </a:lnTo>
                <a:cubicBezTo>
                  <a:pt x="95358" y="86151"/>
                  <a:pt x="109765" y="102760"/>
                  <a:pt x="109765" y="122366"/>
                </a:cubicBezTo>
                <a:cubicBezTo>
                  <a:pt x="109765" y="144139"/>
                  <a:pt x="92109" y="161759"/>
                  <a:pt x="70372" y="161759"/>
                </a:cubicBezTo>
                <a:lnTo>
                  <a:pt x="66437" y="161759"/>
                </a:lnTo>
                <a:lnTo>
                  <a:pt x="66437" y="176202"/>
                </a:lnTo>
                <a:cubicBezTo>
                  <a:pt x="66437" y="181004"/>
                  <a:pt x="62573" y="184867"/>
                  <a:pt x="57771" y="184867"/>
                </a:cubicBezTo>
                <a:cubicBezTo>
                  <a:pt x="52969" y="184867"/>
                  <a:pt x="49105" y="181004"/>
                  <a:pt x="49105" y="176202"/>
                </a:cubicBezTo>
                <a:lnTo>
                  <a:pt x="49105" y="161759"/>
                </a:lnTo>
                <a:lnTo>
                  <a:pt x="23108" y="161759"/>
                </a:lnTo>
                <a:cubicBezTo>
                  <a:pt x="16717" y="161759"/>
                  <a:pt x="11554" y="156596"/>
                  <a:pt x="11554" y="150205"/>
                </a:cubicBezTo>
                <a:cubicBezTo>
                  <a:pt x="11554" y="143814"/>
                  <a:pt x="16717" y="138650"/>
                  <a:pt x="23108" y="138650"/>
                </a:cubicBezTo>
                <a:lnTo>
                  <a:pt x="70372" y="138650"/>
                </a:lnTo>
                <a:cubicBezTo>
                  <a:pt x="79363" y="138650"/>
                  <a:pt x="86657" y="131357"/>
                  <a:pt x="86657" y="122366"/>
                </a:cubicBezTo>
                <a:cubicBezTo>
                  <a:pt x="86657" y="114242"/>
                  <a:pt x="80699" y="107382"/>
                  <a:pt x="72683" y="106226"/>
                </a:cubicBezTo>
                <a:lnTo>
                  <a:pt x="39609" y="101496"/>
                </a:lnTo>
                <a:cubicBezTo>
                  <a:pt x="20184" y="98752"/>
                  <a:pt x="5777" y="82107"/>
                  <a:pt x="5777" y="62501"/>
                </a:cubicBezTo>
                <a:cubicBezTo>
                  <a:pt x="5777" y="40765"/>
                  <a:pt x="23433" y="23108"/>
                  <a:pt x="45170" y="23108"/>
                </a:cubicBezTo>
                <a:lnTo>
                  <a:pt x="49105" y="23108"/>
                </a:lnTo>
                <a:lnTo>
                  <a:pt x="49105" y="8666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8" name="Text 15"/>
          <p:cNvSpPr/>
          <p:nvPr/>
        </p:nvSpPr>
        <p:spPr>
          <a:xfrm>
            <a:off x="1090717" y="3780537"/>
            <a:ext cx="149742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Commission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8713" y="4113298"/>
            <a:ext cx="4954444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Affiliates earn </a:t>
            </a:r>
            <a:pPr>
              <a:lnSpc>
                <a:spcPct val="130000"/>
              </a:lnSpc>
            </a:pPr>
            <a:r>
              <a:rPr lang="en-US" sz="116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14% of monthly subscriptions</a:t>
            </a:r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businesses they sign up—recurring revenue.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0819" y="4852767"/>
            <a:ext cx="5176285" cy="1072230"/>
          </a:xfrm>
          <a:custGeom>
            <a:avLst/>
            <a:gdLst/>
            <a:ahLst/>
            <a:cxnLst/>
            <a:rect l="l" t="t" r="r" b="b"/>
            <a:pathLst>
              <a:path w="5176285" h="1072230">
                <a:moveTo>
                  <a:pt x="73952" y="0"/>
                </a:moveTo>
                <a:lnTo>
                  <a:pt x="5102333" y="0"/>
                </a:lnTo>
                <a:cubicBezTo>
                  <a:pt x="5143176" y="0"/>
                  <a:pt x="5176285" y="33109"/>
                  <a:pt x="5176285" y="73952"/>
                </a:cubicBezTo>
                <a:lnTo>
                  <a:pt x="5176285" y="998279"/>
                </a:lnTo>
                <a:cubicBezTo>
                  <a:pt x="5176285" y="1039121"/>
                  <a:pt x="5143176" y="1072230"/>
                  <a:pt x="5102333" y="1072230"/>
                </a:cubicBezTo>
                <a:lnTo>
                  <a:pt x="73952" y="1072230"/>
                </a:lnTo>
                <a:cubicBezTo>
                  <a:pt x="33109" y="1072230"/>
                  <a:pt x="0" y="1039121"/>
                  <a:pt x="0" y="998279"/>
                </a:cubicBezTo>
                <a:lnTo>
                  <a:pt x="0" y="73952"/>
                </a:lnTo>
                <a:cubicBezTo>
                  <a:pt x="0" y="33109"/>
                  <a:pt x="33109" y="0"/>
                  <a:pt x="739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71821" y="503763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46217" y="115542"/>
                </a:moveTo>
                <a:lnTo>
                  <a:pt x="8846" y="115542"/>
                </a:lnTo>
                <a:cubicBezTo>
                  <a:pt x="-144" y="115542"/>
                  <a:pt x="-5669" y="105757"/>
                  <a:pt x="-1047" y="98030"/>
                </a:cubicBezTo>
                <a:lnTo>
                  <a:pt x="18053" y="66184"/>
                </a:lnTo>
                <a:cubicBezTo>
                  <a:pt x="21195" y="60948"/>
                  <a:pt x="26827" y="57771"/>
                  <a:pt x="32929" y="57771"/>
                </a:cubicBezTo>
                <a:lnTo>
                  <a:pt x="67231" y="57771"/>
                </a:lnTo>
                <a:cubicBezTo>
                  <a:pt x="94708" y="11229"/>
                  <a:pt x="135690" y="8882"/>
                  <a:pt x="163095" y="12890"/>
                </a:cubicBezTo>
                <a:cubicBezTo>
                  <a:pt x="167717" y="13576"/>
                  <a:pt x="171327" y="17187"/>
                  <a:pt x="171977" y="21772"/>
                </a:cubicBezTo>
                <a:cubicBezTo>
                  <a:pt x="175985" y="49178"/>
                  <a:pt x="173638" y="90159"/>
                  <a:pt x="127096" y="117636"/>
                </a:cubicBezTo>
                <a:lnTo>
                  <a:pt x="127096" y="151938"/>
                </a:lnTo>
                <a:cubicBezTo>
                  <a:pt x="127096" y="158040"/>
                  <a:pt x="123919" y="163673"/>
                  <a:pt x="118683" y="166814"/>
                </a:cubicBezTo>
                <a:lnTo>
                  <a:pt x="86837" y="185914"/>
                </a:lnTo>
                <a:cubicBezTo>
                  <a:pt x="79146" y="190536"/>
                  <a:pt x="69325" y="184976"/>
                  <a:pt x="69325" y="176021"/>
                </a:cubicBezTo>
                <a:lnTo>
                  <a:pt x="69325" y="138650"/>
                </a:lnTo>
                <a:cubicBezTo>
                  <a:pt x="69325" y="125905"/>
                  <a:pt x="58963" y="115542"/>
                  <a:pt x="46217" y="115542"/>
                </a:cubicBezTo>
                <a:lnTo>
                  <a:pt x="46181" y="115542"/>
                </a:lnTo>
                <a:close/>
                <a:moveTo>
                  <a:pt x="144428" y="57771"/>
                </a:moveTo>
                <a:cubicBezTo>
                  <a:pt x="144428" y="48206"/>
                  <a:pt x="136662" y="40440"/>
                  <a:pt x="127096" y="40440"/>
                </a:cubicBezTo>
                <a:cubicBezTo>
                  <a:pt x="117531" y="40440"/>
                  <a:pt x="109765" y="48206"/>
                  <a:pt x="109765" y="57771"/>
                </a:cubicBezTo>
                <a:cubicBezTo>
                  <a:pt x="109765" y="67336"/>
                  <a:pt x="117531" y="75102"/>
                  <a:pt x="127096" y="75102"/>
                </a:cubicBezTo>
                <a:cubicBezTo>
                  <a:pt x="136662" y="75102"/>
                  <a:pt x="144428" y="67336"/>
                  <a:pt x="144428" y="57771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Text 19"/>
          <p:cNvSpPr/>
          <p:nvPr/>
        </p:nvSpPr>
        <p:spPr>
          <a:xfrm>
            <a:off x="1090717" y="5000661"/>
            <a:ext cx="240327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Geographic Expansion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8713" y="5333422"/>
            <a:ext cx="4954444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sticker deploys AI instantly. Scale city by city without heavy infrastructure.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93489" y="1705401"/>
            <a:ext cx="5629210" cy="4446059"/>
          </a:xfrm>
          <a:custGeom>
            <a:avLst/>
            <a:gdLst/>
            <a:ahLst/>
            <a:cxnLst/>
            <a:rect l="l" t="t" r="r" b="b"/>
            <a:pathLst>
              <a:path w="5629210" h="4446059">
                <a:moveTo>
                  <a:pt x="110929" y="0"/>
                </a:moveTo>
                <a:lnTo>
                  <a:pt x="5518281" y="0"/>
                </a:lnTo>
                <a:cubicBezTo>
                  <a:pt x="5579545" y="0"/>
                  <a:pt x="5629210" y="49665"/>
                  <a:pt x="5629210" y="110929"/>
                </a:cubicBezTo>
                <a:lnTo>
                  <a:pt x="5629210" y="4335130"/>
                </a:lnTo>
                <a:cubicBezTo>
                  <a:pt x="5629210" y="4396394"/>
                  <a:pt x="5579545" y="4446059"/>
                  <a:pt x="5518281" y="4446059"/>
                </a:cubicBezTo>
                <a:lnTo>
                  <a:pt x="110929" y="4446059"/>
                </a:lnTo>
                <a:cubicBezTo>
                  <a:pt x="49665" y="4446059"/>
                  <a:pt x="0" y="4396394"/>
                  <a:pt x="0" y="4335130"/>
                </a:cubicBezTo>
                <a:lnTo>
                  <a:pt x="0" y="110929"/>
                </a:lnTo>
                <a:cubicBezTo>
                  <a:pt x="0" y="49706"/>
                  <a:pt x="49706" y="0"/>
                  <a:pt x="11092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19951" y="1931864"/>
            <a:ext cx="5287205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City Affiliate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19951" y="2412519"/>
            <a:ext cx="5176285" cy="998284"/>
          </a:xfrm>
          <a:custGeom>
            <a:avLst/>
            <a:gdLst/>
            <a:ahLst/>
            <a:cxnLst/>
            <a:rect l="l" t="t" r="r" b="b"/>
            <a:pathLst>
              <a:path w="5176285" h="998284">
                <a:moveTo>
                  <a:pt x="73943" y="0"/>
                </a:moveTo>
                <a:lnTo>
                  <a:pt x="5102342" y="0"/>
                </a:lnTo>
                <a:cubicBezTo>
                  <a:pt x="5143180" y="0"/>
                  <a:pt x="5176285" y="33105"/>
                  <a:pt x="5176285" y="73943"/>
                </a:cubicBezTo>
                <a:lnTo>
                  <a:pt x="5176285" y="924341"/>
                </a:lnTo>
                <a:cubicBezTo>
                  <a:pt x="5176285" y="965178"/>
                  <a:pt x="5143180" y="998284"/>
                  <a:pt x="5102342" y="998284"/>
                </a:cubicBezTo>
                <a:lnTo>
                  <a:pt x="73943" y="998284"/>
                </a:lnTo>
                <a:cubicBezTo>
                  <a:pt x="33105" y="998284"/>
                  <a:pt x="0" y="965178"/>
                  <a:pt x="0" y="924341"/>
                </a:cubicBezTo>
                <a:lnTo>
                  <a:pt x="0" y="73943"/>
                </a:lnTo>
                <a:cubicBezTo>
                  <a:pt x="0" y="33133"/>
                  <a:pt x="33133" y="0"/>
                  <a:pt x="739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521628" y="2597386"/>
            <a:ext cx="1673049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67845" y="3004094"/>
            <a:ext cx="158061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71713" y="2597386"/>
            <a:ext cx="1673049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17930" y="3004094"/>
            <a:ext cx="158061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821799" y="2597386"/>
            <a:ext cx="1673049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868016" y="3004094"/>
            <a:ext cx="158061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Stores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19951" y="3558696"/>
            <a:ext cx="5176285" cy="480655"/>
          </a:xfrm>
          <a:custGeom>
            <a:avLst/>
            <a:gdLst/>
            <a:ahLst/>
            <a:cxnLst/>
            <a:rect l="l" t="t" r="r" b="b"/>
            <a:pathLst>
              <a:path w="5176285" h="480655">
                <a:moveTo>
                  <a:pt x="73949" y="0"/>
                </a:moveTo>
                <a:lnTo>
                  <a:pt x="5102336" y="0"/>
                </a:lnTo>
                <a:cubicBezTo>
                  <a:pt x="5143177" y="0"/>
                  <a:pt x="5176285" y="33108"/>
                  <a:pt x="5176285" y="73949"/>
                </a:cubicBezTo>
                <a:lnTo>
                  <a:pt x="5176285" y="406706"/>
                </a:lnTo>
                <a:cubicBezTo>
                  <a:pt x="5176285" y="447547"/>
                  <a:pt x="5143177" y="480655"/>
                  <a:pt x="5102336" y="480655"/>
                </a:cubicBezTo>
                <a:lnTo>
                  <a:pt x="73949" y="480655"/>
                </a:lnTo>
                <a:cubicBezTo>
                  <a:pt x="33108" y="480655"/>
                  <a:pt x="0" y="447547"/>
                  <a:pt x="0" y="406706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530871" y="3688103"/>
            <a:ext cx="120163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Businesses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172774" y="3669616"/>
            <a:ext cx="3974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19951" y="4150271"/>
            <a:ext cx="5176285" cy="480655"/>
          </a:xfrm>
          <a:custGeom>
            <a:avLst/>
            <a:gdLst/>
            <a:ahLst/>
            <a:cxnLst/>
            <a:rect l="l" t="t" r="r" b="b"/>
            <a:pathLst>
              <a:path w="5176285" h="480655">
                <a:moveTo>
                  <a:pt x="73949" y="0"/>
                </a:moveTo>
                <a:lnTo>
                  <a:pt x="5102336" y="0"/>
                </a:lnTo>
                <a:cubicBezTo>
                  <a:pt x="5143177" y="0"/>
                  <a:pt x="5176285" y="33108"/>
                  <a:pt x="5176285" y="73949"/>
                </a:cubicBezTo>
                <a:lnTo>
                  <a:pt x="5176285" y="406706"/>
                </a:lnTo>
                <a:cubicBezTo>
                  <a:pt x="5176285" y="447547"/>
                  <a:pt x="5143177" y="480655"/>
                  <a:pt x="5102336" y="480655"/>
                </a:cubicBezTo>
                <a:lnTo>
                  <a:pt x="73949" y="480655"/>
                </a:lnTo>
                <a:cubicBezTo>
                  <a:pt x="33108" y="480655"/>
                  <a:pt x="0" y="447547"/>
                  <a:pt x="0" y="406706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530871" y="4279679"/>
            <a:ext cx="12293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Subscription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844057" y="4261192"/>
            <a:ext cx="73022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$50/mo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19951" y="4741847"/>
            <a:ext cx="5176285" cy="480655"/>
          </a:xfrm>
          <a:custGeom>
            <a:avLst/>
            <a:gdLst/>
            <a:ahLst/>
            <a:cxnLst/>
            <a:rect l="l" t="t" r="r" b="b"/>
            <a:pathLst>
              <a:path w="5176285" h="480655">
                <a:moveTo>
                  <a:pt x="73949" y="0"/>
                </a:moveTo>
                <a:lnTo>
                  <a:pt x="5102336" y="0"/>
                </a:lnTo>
                <a:cubicBezTo>
                  <a:pt x="5143177" y="0"/>
                  <a:pt x="5176285" y="33108"/>
                  <a:pt x="5176285" y="73949"/>
                </a:cubicBezTo>
                <a:lnTo>
                  <a:pt x="5176285" y="406706"/>
                </a:lnTo>
                <a:cubicBezTo>
                  <a:pt x="5176285" y="447547"/>
                  <a:pt x="5143177" y="480655"/>
                  <a:pt x="5102336" y="480655"/>
                </a:cubicBezTo>
                <a:lnTo>
                  <a:pt x="73949" y="480655"/>
                </a:lnTo>
                <a:cubicBezTo>
                  <a:pt x="33108" y="480655"/>
                  <a:pt x="0" y="447547"/>
                  <a:pt x="0" y="406706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530871" y="4871254"/>
            <a:ext cx="122936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Revenue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813005" y="4852767"/>
            <a:ext cx="75795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$15,000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24573" y="5338044"/>
            <a:ext cx="5167042" cy="489898"/>
          </a:xfrm>
          <a:custGeom>
            <a:avLst/>
            <a:gdLst/>
            <a:ahLst/>
            <a:cxnLst/>
            <a:rect l="l" t="t" r="r" b="b"/>
            <a:pathLst>
              <a:path w="5167042" h="489898">
                <a:moveTo>
                  <a:pt x="73945" y="0"/>
                </a:moveTo>
                <a:lnTo>
                  <a:pt x="5093096" y="0"/>
                </a:lnTo>
                <a:cubicBezTo>
                  <a:pt x="5133935" y="0"/>
                  <a:pt x="5167042" y="33106"/>
                  <a:pt x="5167042" y="73945"/>
                </a:cubicBezTo>
                <a:lnTo>
                  <a:pt x="5167042" y="415953"/>
                </a:lnTo>
                <a:cubicBezTo>
                  <a:pt x="5167042" y="456792"/>
                  <a:pt x="5133935" y="489898"/>
                  <a:pt x="5093096" y="489898"/>
                </a:cubicBezTo>
                <a:lnTo>
                  <a:pt x="73945" y="489898"/>
                </a:lnTo>
                <a:cubicBezTo>
                  <a:pt x="33106" y="489898"/>
                  <a:pt x="0" y="456792"/>
                  <a:pt x="0" y="415953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40115" y="5472073"/>
            <a:ext cx="197808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Affiliate Commission (14%)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577877" y="5453586"/>
            <a:ext cx="98904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$2,100/mo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88221" y="6303976"/>
            <a:ext cx="11434044" cy="554602"/>
          </a:xfrm>
          <a:custGeom>
            <a:avLst/>
            <a:gdLst/>
            <a:ahLst/>
            <a:cxnLst/>
            <a:rect l="l" t="t" r="r" b="b"/>
            <a:pathLst>
              <a:path w="11434044" h="554602">
                <a:moveTo>
                  <a:pt x="36973" y="0"/>
                </a:moveTo>
                <a:lnTo>
                  <a:pt x="11360099" y="0"/>
                </a:lnTo>
                <a:cubicBezTo>
                  <a:pt x="11400938" y="0"/>
                  <a:pt x="11434044" y="33106"/>
                  <a:pt x="11434044" y="73945"/>
                </a:cubicBezTo>
                <a:lnTo>
                  <a:pt x="11434044" y="480657"/>
                </a:lnTo>
                <a:cubicBezTo>
                  <a:pt x="11434044" y="521496"/>
                  <a:pt x="11400938" y="554602"/>
                  <a:pt x="11360099" y="554602"/>
                </a:cubicBezTo>
                <a:lnTo>
                  <a:pt x="36973" y="554602"/>
                </a:lnTo>
                <a:cubicBezTo>
                  <a:pt x="16554" y="554602"/>
                  <a:pt x="0" y="538048"/>
                  <a:pt x="0" y="517629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Shape 43"/>
          <p:cNvSpPr/>
          <p:nvPr/>
        </p:nvSpPr>
        <p:spPr>
          <a:xfrm>
            <a:off x="388221" y="6303976"/>
            <a:ext cx="36973" cy="554602"/>
          </a:xfrm>
          <a:custGeom>
            <a:avLst/>
            <a:gdLst/>
            <a:ahLst/>
            <a:cxnLst/>
            <a:rect l="l" t="t" r="r" b="b"/>
            <a:pathLst>
              <a:path w="36973" h="554602">
                <a:moveTo>
                  <a:pt x="36973" y="0"/>
                </a:moveTo>
                <a:lnTo>
                  <a:pt x="36973" y="0"/>
                </a:lnTo>
                <a:lnTo>
                  <a:pt x="36973" y="554602"/>
                </a:lnTo>
                <a:lnTo>
                  <a:pt x="36973" y="554602"/>
                </a:lnTo>
                <a:cubicBezTo>
                  <a:pt x="16554" y="554602"/>
                  <a:pt x="0" y="538048"/>
                  <a:pt x="0" y="517629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7" name="Text 44"/>
          <p:cNvSpPr/>
          <p:nvPr/>
        </p:nvSpPr>
        <p:spPr>
          <a:xfrm>
            <a:off x="513007" y="6451870"/>
            <a:ext cx="1120296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fastest growth channel:</a:t>
            </a:r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grassroots distribution</a:t>
            </a:r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powered by local entrepreneurs</a:t>
            </a:r>
            <a:endParaRPr lang="en-US" sz="1600" dirty="0"/>
          </a:p>
        </p:txBody>
      </p:sp>
      <p:pic>
        <p:nvPicPr>
          <p:cNvPr id="48" name="Image 1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366" y="-112349"/>
            <a:ext cx="1373871" cy="1777584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82" y="42863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382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https://kimi-img.moonshot.cn/pub/slides/okc/7nb4wss7tyqew/future_vision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-6382" y="42863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5003453" y="523875"/>
            <a:ext cx="2181225" cy="428625"/>
          </a:xfrm>
          <a:custGeom>
            <a:avLst/>
            <a:gdLst/>
            <a:ahLst/>
            <a:cxnLst/>
            <a:rect l="l" t="t" r="r" b="b"/>
            <a:pathLst>
              <a:path w="2181225" h="428625">
                <a:moveTo>
                  <a:pt x="214313" y="0"/>
                </a:moveTo>
                <a:lnTo>
                  <a:pt x="1966912" y="0"/>
                </a:lnTo>
                <a:cubicBezTo>
                  <a:pt x="2085195" y="0"/>
                  <a:pt x="2181225" y="96030"/>
                  <a:pt x="2181225" y="214313"/>
                </a:cubicBezTo>
                <a:lnTo>
                  <a:pt x="2181225" y="214313"/>
                </a:lnTo>
                <a:cubicBezTo>
                  <a:pt x="2181225" y="332595"/>
                  <a:pt x="2085195" y="428625"/>
                  <a:pt x="1966912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 w="12700">
            <a:solidFill>
              <a:srgbClr val="00B8A9">
                <a:alpha val="5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55853" y="642938"/>
            <a:ext cx="18802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TERM 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" y="1147763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Maps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1650" y="1871663"/>
            <a:ext cx="864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global network of AI-enabled businesses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2476500"/>
            <a:ext cx="3648075" cy="2543175"/>
          </a:xfrm>
          <a:custGeom>
            <a:avLst/>
            <a:gdLst/>
            <a:ahLst/>
            <a:cxnLst/>
            <a:rect l="l" t="t" r="r" b="b"/>
            <a:pathLst>
              <a:path w="3648075" h="2543175">
                <a:moveTo>
                  <a:pt x="114290" y="0"/>
                </a:moveTo>
                <a:lnTo>
                  <a:pt x="3533785" y="0"/>
                </a:lnTo>
                <a:cubicBezTo>
                  <a:pt x="3596905" y="0"/>
                  <a:pt x="3648075" y="51170"/>
                  <a:pt x="3648075" y="114290"/>
                </a:cubicBezTo>
                <a:lnTo>
                  <a:pt x="3648075" y="2428885"/>
                </a:lnTo>
                <a:cubicBezTo>
                  <a:pt x="3648075" y="2492005"/>
                  <a:pt x="3596905" y="2543175"/>
                  <a:pt x="353378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2709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038350" y="29194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7304" y="133744"/>
                </a:moveTo>
                <a:lnTo>
                  <a:pt x="57998" y="154439"/>
                </a:lnTo>
                <a:cubicBezTo>
                  <a:pt x="62017" y="158457"/>
                  <a:pt x="67441" y="160734"/>
                  <a:pt x="73134" y="160734"/>
                </a:cubicBezTo>
                <a:lnTo>
                  <a:pt x="87533" y="160734"/>
                </a:lnTo>
                <a:cubicBezTo>
                  <a:pt x="93226" y="160734"/>
                  <a:pt x="98651" y="163011"/>
                  <a:pt x="102669" y="167030"/>
                </a:cubicBezTo>
                <a:lnTo>
                  <a:pt x="122292" y="186653"/>
                </a:lnTo>
                <a:cubicBezTo>
                  <a:pt x="126310" y="190671"/>
                  <a:pt x="128588" y="196096"/>
                  <a:pt x="128588" y="201789"/>
                </a:cubicBezTo>
                <a:lnTo>
                  <a:pt x="128588" y="226903"/>
                </a:lnTo>
                <a:cubicBezTo>
                  <a:pt x="128588" y="232596"/>
                  <a:pt x="130865" y="238021"/>
                  <a:pt x="134883" y="242039"/>
                </a:cubicBezTo>
                <a:lnTo>
                  <a:pt x="143790" y="250947"/>
                </a:lnTo>
                <a:cubicBezTo>
                  <a:pt x="147809" y="254965"/>
                  <a:pt x="150086" y="260390"/>
                  <a:pt x="150086" y="266082"/>
                </a:cubicBezTo>
                <a:lnTo>
                  <a:pt x="150086" y="278606"/>
                </a:lnTo>
                <a:cubicBezTo>
                  <a:pt x="150086" y="290460"/>
                  <a:pt x="159663" y="300038"/>
                  <a:pt x="171517" y="300038"/>
                </a:cubicBezTo>
                <a:cubicBezTo>
                  <a:pt x="183371" y="300038"/>
                  <a:pt x="192948" y="290460"/>
                  <a:pt x="192948" y="278606"/>
                </a:cubicBezTo>
                <a:lnTo>
                  <a:pt x="192948" y="276798"/>
                </a:lnTo>
                <a:cubicBezTo>
                  <a:pt x="192948" y="271105"/>
                  <a:pt x="195225" y="265681"/>
                  <a:pt x="199244" y="261662"/>
                </a:cubicBezTo>
                <a:lnTo>
                  <a:pt x="229582" y="231324"/>
                </a:lnTo>
                <a:cubicBezTo>
                  <a:pt x="233601" y="227305"/>
                  <a:pt x="235878" y="221880"/>
                  <a:pt x="235878" y="216188"/>
                </a:cubicBezTo>
                <a:lnTo>
                  <a:pt x="235878" y="192948"/>
                </a:lnTo>
                <a:cubicBezTo>
                  <a:pt x="235878" y="181094"/>
                  <a:pt x="226301" y="171517"/>
                  <a:pt x="214446" y="171517"/>
                </a:cubicBezTo>
                <a:lnTo>
                  <a:pt x="159060" y="171517"/>
                </a:lnTo>
                <a:cubicBezTo>
                  <a:pt x="153367" y="171517"/>
                  <a:pt x="147943" y="169240"/>
                  <a:pt x="143924" y="165222"/>
                </a:cubicBezTo>
                <a:lnTo>
                  <a:pt x="133209" y="154506"/>
                </a:lnTo>
                <a:cubicBezTo>
                  <a:pt x="130396" y="151693"/>
                  <a:pt x="128788" y="147809"/>
                  <a:pt x="128788" y="143790"/>
                </a:cubicBezTo>
                <a:cubicBezTo>
                  <a:pt x="128788" y="135419"/>
                  <a:pt x="135553" y="128654"/>
                  <a:pt x="143924" y="128654"/>
                </a:cubicBezTo>
                <a:lnTo>
                  <a:pt x="167164" y="128654"/>
                </a:lnTo>
                <a:cubicBezTo>
                  <a:pt x="175535" y="128654"/>
                  <a:pt x="182300" y="121890"/>
                  <a:pt x="182300" y="113519"/>
                </a:cubicBezTo>
                <a:cubicBezTo>
                  <a:pt x="182300" y="109500"/>
                  <a:pt x="180692" y="105616"/>
                  <a:pt x="177879" y="102803"/>
                </a:cubicBezTo>
                <a:lnTo>
                  <a:pt x="164686" y="89609"/>
                </a:lnTo>
                <a:cubicBezTo>
                  <a:pt x="162074" y="87064"/>
                  <a:pt x="160734" y="83783"/>
                  <a:pt x="160734" y="80367"/>
                </a:cubicBezTo>
                <a:cubicBezTo>
                  <a:pt x="160734" y="76952"/>
                  <a:pt x="162074" y="73670"/>
                  <a:pt x="164552" y="71192"/>
                </a:cubicBezTo>
                <a:lnTo>
                  <a:pt x="176138" y="59606"/>
                </a:lnTo>
                <a:cubicBezTo>
                  <a:pt x="180023" y="55721"/>
                  <a:pt x="182233" y="50430"/>
                  <a:pt x="182233" y="44939"/>
                </a:cubicBezTo>
                <a:cubicBezTo>
                  <a:pt x="182233" y="40117"/>
                  <a:pt x="180625" y="35763"/>
                  <a:pt x="177946" y="32281"/>
                </a:cubicBezTo>
                <a:cubicBezTo>
                  <a:pt x="175803" y="32214"/>
                  <a:pt x="173660" y="32147"/>
                  <a:pt x="171517" y="32147"/>
                </a:cubicBezTo>
                <a:cubicBezTo>
                  <a:pt x="107625" y="32147"/>
                  <a:pt x="53846" y="75143"/>
                  <a:pt x="37371" y="133744"/>
                </a:cubicBezTo>
                <a:close/>
                <a:moveTo>
                  <a:pt x="310753" y="171450"/>
                </a:moveTo>
                <a:cubicBezTo>
                  <a:pt x="310753" y="148277"/>
                  <a:pt x="305127" y="126444"/>
                  <a:pt x="295082" y="107290"/>
                </a:cubicBezTo>
                <a:cubicBezTo>
                  <a:pt x="290795" y="107893"/>
                  <a:pt x="286576" y="109902"/>
                  <a:pt x="283093" y="113385"/>
                </a:cubicBezTo>
                <a:lnTo>
                  <a:pt x="274119" y="122359"/>
                </a:lnTo>
                <a:cubicBezTo>
                  <a:pt x="270101" y="126377"/>
                  <a:pt x="267824" y="131802"/>
                  <a:pt x="267824" y="137495"/>
                </a:cubicBezTo>
                <a:lnTo>
                  <a:pt x="267824" y="160734"/>
                </a:lnTo>
                <a:cubicBezTo>
                  <a:pt x="267824" y="172589"/>
                  <a:pt x="277401" y="182166"/>
                  <a:pt x="289255" y="182166"/>
                </a:cubicBezTo>
                <a:lnTo>
                  <a:pt x="305395" y="182166"/>
                </a:lnTo>
                <a:cubicBezTo>
                  <a:pt x="307070" y="182166"/>
                  <a:pt x="308744" y="181965"/>
                  <a:pt x="310284" y="181630"/>
                </a:cubicBezTo>
                <a:cubicBezTo>
                  <a:pt x="310552" y="178281"/>
                  <a:pt x="310619" y="174866"/>
                  <a:pt x="310619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2" name="Text 9"/>
          <p:cNvSpPr/>
          <p:nvPr/>
        </p:nvSpPr>
        <p:spPr>
          <a:xfrm>
            <a:off x="561975" y="362426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1025" y="4043363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storefront with a QR AI assistant, creating a worldwide mesh of voice-enabled businesses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71963" y="2476500"/>
            <a:ext cx="3648075" cy="2543175"/>
          </a:xfrm>
          <a:custGeom>
            <a:avLst/>
            <a:gdLst/>
            <a:ahLst/>
            <a:cxnLst/>
            <a:rect l="l" t="t" r="r" b="b"/>
            <a:pathLst>
              <a:path w="3648075" h="2543175">
                <a:moveTo>
                  <a:pt x="114290" y="0"/>
                </a:moveTo>
                <a:lnTo>
                  <a:pt x="3533785" y="0"/>
                </a:lnTo>
                <a:cubicBezTo>
                  <a:pt x="3596905" y="0"/>
                  <a:pt x="3648075" y="51170"/>
                  <a:pt x="3648075" y="114290"/>
                </a:cubicBezTo>
                <a:lnTo>
                  <a:pt x="3648075" y="2428885"/>
                </a:lnTo>
                <a:cubicBezTo>
                  <a:pt x="3648075" y="2492005"/>
                  <a:pt x="3596905" y="2543175"/>
                  <a:pt x="353378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5000" y="2709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03119" y="29194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7" name="Text 14"/>
          <p:cNvSpPr/>
          <p:nvPr/>
        </p:nvSpPr>
        <p:spPr>
          <a:xfrm>
            <a:off x="4448175" y="362426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Voice-First Interaction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67225" y="4043363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interact with businesses through voice AI instead of phone calls—faster, better, cheaper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58163" y="2476500"/>
            <a:ext cx="3648075" cy="2543175"/>
          </a:xfrm>
          <a:custGeom>
            <a:avLst/>
            <a:gdLst/>
            <a:ahLst/>
            <a:cxnLst/>
            <a:rect l="l" t="t" r="r" b="b"/>
            <a:pathLst>
              <a:path w="3648075" h="2543175">
                <a:moveTo>
                  <a:pt x="114290" y="0"/>
                </a:moveTo>
                <a:lnTo>
                  <a:pt x="3533785" y="0"/>
                </a:lnTo>
                <a:cubicBezTo>
                  <a:pt x="3596905" y="0"/>
                  <a:pt x="3648075" y="51170"/>
                  <a:pt x="3648075" y="114290"/>
                </a:cubicBezTo>
                <a:lnTo>
                  <a:pt x="3648075" y="2428885"/>
                </a:lnTo>
                <a:cubicBezTo>
                  <a:pt x="3648075" y="2492005"/>
                  <a:pt x="3596905" y="2543175"/>
                  <a:pt x="353378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0" y="2709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9789319" y="29194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14313" y="0"/>
                </a:moveTo>
                <a:cubicBezTo>
                  <a:pt x="190671" y="0"/>
                  <a:pt x="171450" y="19221"/>
                  <a:pt x="171450" y="42863"/>
                </a:cubicBezTo>
                <a:lnTo>
                  <a:pt x="171450" y="64294"/>
                </a:lnTo>
                <a:lnTo>
                  <a:pt x="139303" y="64294"/>
                </a:lnTo>
                <a:lnTo>
                  <a:pt x="139303" y="16073"/>
                </a:lnTo>
                <a:cubicBezTo>
                  <a:pt x="139303" y="7166"/>
                  <a:pt x="132137" y="0"/>
                  <a:pt x="123230" y="0"/>
                </a:cubicBezTo>
                <a:cubicBezTo>
                  <a:pt x="114322" y="0"/>
                  <a:pt x="107156" y="7166"/>
                  <a:pt x="107156" y="16073"/>
                </a:cubicBezTo>
                <a:lnTo>
                  <a:pt x="107156" y="64294"/>
                </a:lnTo>
                <a:lnTo>
                  <a:pt x="64294" y="64294"/>
                </a:lnTo>
                <a:lnTo>
                  <a:pt x="64294" y="16073"/>
                </a:lnTo>
                <a:cubicBezTo>
                  <a:pt x="64294" y="7166"/>
                  <a:pt x="57128" y="0"/>
                  <a:pt x="48220" y="0"/>
                </a:cubicBezTo>
                <a:cubicBezTo>
                  <a:pt x="39313" y="0"/>
                  <a:pt x="32147" y="7166"/>
                  <a:pt x="32147" y="16073"/>
                </a:cubicBezTo>
                <a:lnTo>
                  <a:pt x="32147" y="65633"/>
                </a:lnTo>
                <a:cubicBezTo>
                  <a:pt x="13662" y="70388"/>
                  <a:pt x="0" y="87198"/>
                  <a:pt x="0" y="107156"/>
                </a:cubicBezTo>
                <a:lnTo>
                  <a:pt x="0" y="300038"/>
                </a:lnTo>
                <a:cubicBezTo>
                  <a:pt x="0" y="323679"/>
                  <a:pt x="19221" y="342900"/>
                  <a:pt x="42863" y="342900"/>
                </a:cubicBezTo>
                <a:lnTo>
                  <a:pt x="342900" y="342900"/>
                </a:lnTo>
                <a:cubicBezTo>
                  <a:pt x="366541" y="342900"/>
                  <a:pt x="385763" y="323679"/>
                  <a:pt x="385763" y="300038"/>
                </a:cubicBezTo>
                <a:lnTo>
                  <a:pt x="385763" y="171450"/>
                </a:lnTo>
                <a:cubicBezTo>
                  <a:pt x="385763" y="147809"/>
                  <a:pt x="366541" y="128588"/>
                  <a:pt x="342900" y="128588"/>
                </a:cubicBezTo>
                <a:lnTo>
                  <a:pt x="300038" y="128588"/>
                </a:lnTo>
                <a:lnTo>
                  <a:pt x="300038" y="42863"/>
                </a:lnTo>
                <a:cubicBezTo>
                  <a:pt x="300038" y="19221"/>
                  <a:pt x="280816" y="0"/>
                  <a:pt x="257175" y="0"/>
                </a:cubicBezTo>
                <a:lnTo>
                  <a:pt x="214313" y="0"/>
                </a:lnTo>
                <a:close/>
                <a:moveTo>
                  <a:pt x="257175" y="75009"/>
                </a:moveTo>
                <a:lnTo>
                  <a:pt x="257175" y="96441"/>
                </a:lnTo>
                <a:cubicBezTo>
                  <a:pt x="257175" y="102334"/>
                  <a:pt x="252353" y="107156"/>
                  <a:pt x="246459" y="107156"/>
                </a:cubicBezTo>
                <a:lnTo>
                  <a:pt x="225028" y="107156"/>
                </a:lnTo>
                <a:cubicBezTo>
                  <a:pt x="219135" y="107156"/>
                  <a:pt x="214313" y="102334"/>
                  <a:pt x="214313" y="96441"/>
                </a:cubicBezTo>
                <a:lnTo>
                  <a:pt x="214313" y="75009"/>
                </a:lnTo>
                <a:cubicBezTo>
                  <a:pt x="214313" y="69116"/>
                  <a:pt x="219135" y="64294"/>
                  <a:pt x="225028" y="64294"/>
                </a:cubicBezTo>
                <a:lnTo>
                  <a:pt x="246459" y="64294"/>
                </a:lnTo>
                <a:cubicBezTo>
                  <a:pt x="252353" y="64294"/>
                  <a:pt x="257175" y="69116"/>
                  <a:pt x="257175" y="75009"/>
                </a:cubicBezTo>
                <a:close/>
                <a:moveTo>
                  <a:pt x="246459" y="128588"/>
                </a:moveTo>
                <a:cubicBezTo>
                  <a:pt x="252353" y="128588"/>
                  <a:pt x="257175" y="133410"/>
                  <a:pt x="257175" y="139303"/>
                </a:cubicBezTo>
                <a:lnTo>
                  <a:pt x="257175" y="160734"/>
                </a:lnTo>
                <a:cubicBezTo>
                  <a:pt x="257175" y="166628"/>
                  <a:pt x="252353" y="171450"/>
                  <a:pt x="246459" y="171450"/>
                </a:cubicBezTo>
                <a:lnTo>
                  <a:pt x="225028" y="171450"/>
                </a:lnTo>
                <a:cubicBezTo>
                  <a:pt x="219135" y="171450"/>
                  <a:pt x="214313" y="166628"/>
                  <a:pt x="214313" y="160734"/>
                </a:cubicBezTo>
                <a:lnTo>
                  <a:pt x="214313" y="139303"/>
                </a:lnTo>
                <a:cubicBezTo>
                  <a:pt x="214313" y="133410"/>
                  <a:pt x="219135" y="128588"/>
                  <a:pt x="225028" y="128588"/>
                </a:cubicBezTo>
                <a:lnTo>
                  <a:pt x="246459" y="128588"/>
                </a:lnTo>
                <a:close/>
                <a:moveTo>
                  <a:pt x="257175" y="203597"/>
                </a:moveTo>
                <a:lnTo>
                  <a:pt x="257175" y="225028"/>
                </a:lnTo>
                <a:cubicBezTo>
                  <a:pt x="257175" y="230922"/>
                  <a:pt x="252353" y="235744"/>
                  <a:pt x="246459" y="235744"/>
                </a:cubicBezTo>
                <a:lnTo>
                  <a:pt x="225028" y="235744"/>
                </a:lnTo>
                <a:cubicBezTo>
                  <a:pt x="219135" y="235744"/>
                  <a:pt x="214313" y="230922"/>
                  <a:pt x="214313" y="225028"/>
                </a:cubicBezTo>
                <a:lnTo>
                  <a:pt x="214313" y="203597"/>
                </a:lnTo>
                <a:cubicBezTo>
                  <a:pt x="214313" y="197703"/>
                  <a:pt x="219135" y="192881"/>
                  <a:pt x="225028" y="192881"/>
                </a:cubicBezTo>
                <a:lnTo>
                  <a:pt x="246459" y="192881"/>
                </a:lnTo>
                <a:cubicBezTo>
                  <a:pt x="252353" y="192881"/>
                  <a:pt x="257175" y="197703"/>
                  <a:pt x="257175" y="203597"/>
                </a:cubicBezTo>
                <a:close/>
                <a:moveTo>
                  <a:pt x="332184" y="192881"/>
                </a:moveTo>
                <a:cubicBezTo>
                  <a:pt x="338078" y="192881"/>
                  <a:pt x="342900" y="197703"/>
                  <a:pt x="342900" y="203597"/>
                </a:cubicBezTo>
                <a:lnTo>
                  <a:pt x="342900" y="225028"/>
                </a:lnTo>
                <a:cubicBezTo>
                  <a:pt x="342900" y="230922"/>
                  <a:pt x="338078" y="235744"/>
                  <a:pt x="332184" y="235744"/>
                </a:cubicBezTo>
                <a:lnTo>
                  <a:pt x="310753" y="235744"/>
                </a:lnTo>
                <a:cubicBezTo>
                  <a:pt x="304860" y="235744"/>
                  <a:pt x="300038" y="230922"/>
                  <a:pt x="300038" y="225028"/>
                </a:cubicBezTo>
                <a:lnTo>
                  <a:pt x="300038" y="203597"/>
                </a:lnTo>
                <a:cubicBezTo>
                  <a:pt x="300038" y="197703"/>
                  <a:pt x="304860" y="192881"/>
                  <a:pt x="310753" y="192881"/>
                </a:cubicBezTo>
                <a:lnTo>
                  <a:pt x="332184" y="192881"/>
                </a:lnTo>
                <a:close/>
                <a:moveTo>
                  <a:pt x="171450" y="203597"/>
                </a:moveTo>
                <a:lnTo>
                  <a:pt x="171450" y="225028"/>
                </a:lnTo>
                <a:cubicBezTo>
                  <a:pt x="171450" y="230922"/>
                  <a:pt x="166628" y="235744"/>
                  <a:pt x="160734" y="235744"/>
                </a:cubicBezTo>
                <a:lnTo>
                  <a:pt x="139303" y="235744"/>
                </a:lnTo>
                <a:cubicBezTo>
                  <a:pt x="133410" y="235744"/>
                  <a:pt x="128588" y="230922"/>
                  <a:pt x="128588" y="225028"/>
                </a:cubicBezTo>
                <a:lnTo>
                  <a:pt x="128588" y="203597"/>
                </a:lnTo>
                <a:cubicBezTo>
                  <a:pt x="128588" y="197703"/>
                  <a:pt x="133410" y="192881"/>
                  <a:pt x="139303" y="192881"/>
                </a:cubicBezTo>
                <a:lnTo>
                  <a:pt x="160734" y="192881"/>
                </a:lnTo>
                <a:cubicBezTo>
                  <a:pt x="166628" y="192881"/>
                  <a:pt x="171450" y="197703"/>
                  <a:pt x="171450" y="203597"/>
                </a:cubicBezTo>
                <a:close/>
                <a:moveTo>
                  <a:pt x="160734" y="128588"/>
                </a:moveTo>
                <a:cubicBezTo>
                  <a:pt x="166628" y="128588"/>
                  <a:pt x="171450" y="133410"/>
                  <a:pt x="171450" y="139303"/>
                </a:cubicBezTo>
                <a:lnTo>
                  <a:pt x="171450" y="160734"/>
                </a:lnTo>
                <a:cubicBezTo>
                  <a:pt x="171450" y="166628"/>
                  <a:pt x="166628" y="171450"/>
                  <a:pt x="160734" y="171450"/>
                </a:cubicBezTo>
                <a:lnTo>
                  <a:pt x="139303" y="171450"/>
                </a:lnTo>
                <a:cubicBezTo>
                  <a:pt x="133410" y="171450"/>
                  <a:pt x="128588" y="166628"/>
                  <a:pt x="128588" y="160734"/>
                </a:cubicBezTo>
                <a:lnTo>
                  <a:pt x="128588" y="139303"/>
                </a:lnTo>
                <a:cubicBezTo>
                  <a:pt x="128588" y="133410"/>
                  <a:pt x="133410" y="128588"/>
                  <a:pt x="139303" y="128588"/>
                </a:cubicBezTo>
                <a:lnTo>
                  <a:pt x="160734" y="128588"/>
                </a:lnTo>
                <a:close/>
                <a:moveTo>
                  <a:pt x="85725" y="203597"/>
                </a:moveTo>
                <a:lnTo>
                  <a:pt x="85725" y="225028"/>
                </a:lnTo>
                <a:cubicBezTo>
                  <a:pt x="85725" y="230922"/>
                  <a:pt x="80903" y="235744"/>
                  <a:pt x="75009" y="235744"/>
                </a:cubicBezTo>
                <a:lnTo>
                  <a:pt x="53578" y="235744"/>
                </a:lnTo>
                <a:cubicBezTo>
                  <a:pt x="47685" y="235744"/>
                  <a:pt x="42863" y="230922"/>
                  <a:pt x="42863" y="225028"/>
                </a:cubicBezTo>
                <a:lnTo>
                  <a:pt x="42863" y="203597"/>
                </a:lnTo>
                <a:cubicBezTo>
                  <a:pt x="42863" y="197703"/>
                  <a:pt x="47685" y="192881"/>
                  <a:pt x="53578" y="192881"/>
                </a:cubicBezTo>
                <a:lnTo>
                  <a:pt x="75009" y="192881"/>
                </a:lnTo>
                <a:cubicBezTo>
                  <a:pt x="80903" y="192881"/>
                  <a:pt x="85725" y="197703"/>
                  <a:pt x="85725" y="203597"/>
                </a:cubicBezTo>
                <a:close/>
                <a:moveTo>
                  <a:pt x="75009" y="128588"/>
                </a:moveTo>
                <a:cubicBezTo>
                  <a:pt x="80903" y="128588"/>
                  <a:pt x="85725" y="133410"/>
                  <a:pt x="85725" y="139303"/>
                </a:cubicBezTo>
                <a:lnTo>
                  <a:pt x="85725" y="160734"/>
                </a:lnTo>
                <a:cubicBezTo>
                  <a:pt x="85725" y="166628"/>
                  <a:pt x="80903" y="171450"/>
                  <a:pt x="75009" y="171450"/>
                </a:cubicBezTo>
                <a:lnTo>
                  <a:pt x="53578" y="171450"/>
                </a:lnTo>
                <a:cubicBezTo>
                  <a:pt x="47685" y="171450"/>
                  <a:pt x="42863" y="166628"/>
                  <a:pt x="42863" y="160734"/>
                </a:cubicBezTo>
                <a:lnTo>
                  <a:pt x="42863" y="139303"/>
                </a:lnTo>
                <a:cubicBezTo>
                  <a:pt x="42863" y="133410"/>
                  <a:pt x="47685" y="128588"/>
                  <a:pt x="53578" y="128588"/>
                </a:cubicBezTo>
                <a:lnTo>
                  <a:pt x="75009" y="128588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2" name="Text 19"/>
          <p:cNvSpPr/>
          <p:nvPr/>
        </p:nvSpPr>
        <p:spPr>
          <a:xfrm>
            <a:off x="8334375" y="362426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53425" y="4043363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infrastructure layer for local commerce—discovery, interaction, and transaction in one platform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5763" y="5257800"/>
            <a:ext cx="11420475" cy="1076325"/>
          </a:xfrm>
          <a:custGeom>
            <a:avLst/>
            <a:gdLst/>
            <a:ahLst/>
            <a:cxnLst/>
            <a:rect l="l" t="t" r="r" b="b"/>
            <a:pathLst>
              <a:path w="11420475" h="107632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962030"/>
                </a:lnTo>
                <a:cubicBezTo>
                  <a:pt x="11420475" y="1025153"/>
                  <a:pt x="11369303" y="1076325"/>
                  <a:pt x="113061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5000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0797" y="56530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6" name="Text 23"/>
          <p:cNvSpPr/>
          <p:nvPr/>
        </p:nvSpPr>
        <p:spPr>
          <a:xfrm>
            <a:off x="1051024" y="5491163"/>
            <a:ext cx="100869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every storefront has a QR AI assistant... this becomes 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operating system for local commerce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277898" y="56530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65199"/>
                </a:moveTo>
                <a:cubicBezTo>
                  <a:pt x="250031" y="202202"/>
                  <a:pt x="220061" y="232172"/>
                  <a:pt x="183059" y="232172"/>
                </a:cubicBezTo>
                <a:lnTo>
                  <a:pt x="178594" y="232172"/>
                </a:lnTo>
                <a:cubicBezTo>
                  <a:pt x="168715" y="232172"/>
                  <a:pt x="160734" y="224191"/>
                  <a:pt x="160734" y="214313"/>
                </a:cubicBezTo>
                <a:cubicBezTo>
                  <a:pt x="160734" y="204434"/>
                  <a:pt x="168715" y="196453"/>
                  <a:pt x="178594" y="196453"/>
                </a:cubicBezTo>
                <a:lnTo>
                  <a:pt x="183059" y="196453"/>
                </a:lnTo>
                <a:cubicBezTo>
                  <a:pt x="200304" y="196453"/>
                  <a:pt x="214313" y="182445"/>
                  <a:pt x="214313" y="165199"/>
                </a:cubicBezTo>
                <a:lnTo>
                  <a:pt x="214313" y="160734"/>
                </a:lnTo>
                <a:lnTo>
                  <a:pt x="178594" y="160734"/>
                </a:lnTo>
                <a:cubicBezTo>
                  <a:pt x="158893" y="160734"/>
                  <a:pt x="142875" y="144717"/>
                  <a:pt x="142875" y="125016"/>
                </a:cubicBezTo>
                <a:lnTo>
                  <a:pt x="142875" y="89297"/>
                </a:lnTo>
                <a:cubicBezTo>
                  <a:pt x="142875" y="69596"/>
                  <a:pt x="158893" y="53578"/>
                  <a:pt x="178594" y="53578"/>
                </a:cubicBezTo>
                <a:lnTo>
                  <a:pt x="214313" y="53578"/>
                </a:lnTo>
                <a:cubicBezTo>
                  <a:pt x="234014" y="53578"/>
                  <a:pt x="250031" y="69596"/>
                  <a:pt x="250031" y="89297"/>
                </a:cubicBezTo>
                <a:lnTo>
                  <a:pt x="250031" y="165199"/>
                </a:lnTo>
                <a:close/>
                <a:moveTo>
                  <a:pt x="107156" y="165199"/>
                </a:moveTo>
                <a:cubicBezTo>
                  <a:pt x="107156" y="202202"/>
                  <a:pt x="77186" y="232172"/>
                  <a:pt x="40184" y="232172"/>
                </a:cubicBezTo>
                <a:lnTo>
                  <a:pt x="35719" y="232172"/>
                </a:lnTo>
                <a:cubicBezTo>
                  <a:pt x="25840" y="232172"/>
                  <a:pt x="17859" y="224191"/>
                  <a:pt x="17859" y="214313"/>
                </a:cubicBezTo>
                <a:cubicBezTo>
                  <a:pt x="17859" y="204434"/>
                  <a:pt x="25840" y="196453"/>
                  <a:pt x="35719" y="196453"/>
                </a:cubicBezTo>
                <a:lnTo>
                  <a:pt x="40184" y="196453"/>
                </a:lnTo>
                <a:cubicBezTo>
                  <a:pt x="57429" y="196453"/>
                  <a:pt x="71438" y="182445"/>
                  <a:pt x="71438" y="165199"/>
                </a:cubicBezTo>
                <a:lnTo>
                  <a:pt x="71438" y="160734"/>
                </a:lnTo>
                <a:lnTo>
                  <a:pt x="35719" y="160734"/>
                </a:lnTo>
                <a:cubicBezTo>
                  <a:pt x="16018" y="160734"/>
                  <a:pt x="0" y="144717"/>
                  <a:pt x="0" y="125016"/>
                </a:cubicBezTo>
                <a:lnTo>
                  <a:pt x="0" y="89297"/>
                </a:lnTo>
                <a:cubicBezTo>
                  <a:pt x="0" y="69596"/>
                  <a:pt x="16018" y="53578"/>
                  <a:pt x="35719" y="53578"/>
                </a:cubicBezTo>
                <a:lnTo>
                  <a:pt x="71438" y="53578"/>
                </a:lnTo>
                <a:cubicBezTo>
                  <a:pt x="91139" y="53578"/>
                  <a:pt x="107156" y="69596"/>
                  <a:pt x="107156" y="89297"/>
                </a:cubicBezTo>
                <a:lnTo>
                  <a:pt x="107156" y="165199"/>
                </a:lnTo>
                <a:close/>
              </a:path>
            </a:pathLst>
          </a:custGeom>
          <a:solidFill>
            <a:srgbClr val="00B8A9"/>
          </a:solidFill>
          <a:ln/>
        </p:spPr>
      </p:sp>
      <p:pic>
        <p:nvPicPr>
          <p:cNvPr id="28" name="Image 1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761" y="0"/>
            <a:ext cx="1161476" cy="150277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1628775" cy="304800"/>
          </a:xfrm>
          <a:custGeom>
            <a:avLst/>
            <a:gdLst/>
            <a:ahLst/>
            <a:cxnLst/>
            <a:rect l="l" t="t" r="r" b="b"/>
            <a:pathLst>
              <a:path w="1628775" h="304800">
                <a:moveTo>
                  <a:pt x="152400" y="0"/>
                </a:moveTo>
                <a:lnTo>
                  <a:pt x="1476375" y="0"/>
                </a:lnTo>
                <a:cubicBezTo>
                  <a:pt x="1560487" y="0"/>
                  <a:pt x="1628775" y="68288"/>
                  <a:pt x="1628775" y="152400"/>
                </a:cubicBezTo>
                <a:lnTo>
                  <a:pt x="1628775" y="152400"/>
                </a:lnTo>
                <a:cubicBezTo>
                  <a:pt x="1628775" y="236512"/>
                  <a:pt x="1560487" y="304800"/>
                  <a:pt x="1476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1402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TIMING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5181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049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technologies just converged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66888"/>
            <a:ext cx="5000625" cy="4705350"/>
          </a:xfrm>
          <a:custGeom>
            <a:avLst/>
            <a:gdLst/>
            <a:ahLst/>
            <a:cxnLst/>
            <a:rect l="l" t="t" r="r" b="b"/>
            <a:pathLst>
              <a:path w="5000625" h="4705350">
                <a:moveTo>
                  <a:pt x="114293" y="0"/>
                </a:moveTo>
                <a:lnTo>
                  <a:pt x="4886332" y="0"/>
                </a:lnTo>
                <a:cubicBezTo>
                  <a:pt x="4949454" y="0"/>
                  <a:pt x="5000625" y="51171"/>
                  <a:pt x="5000625" y="114293"/>
                </a:cubicBezTo>
                <a:lnTo>
                  <a:pt x="5000625" y="4591057"/>
                </a:lnTo>
                <a:cubicBezTo>
                  <a:pt x="5000625" y="4654179"/>
                  <a:pt x="4949454" y="4705350"/>
                  <a:pt x="4886332" y="4705350"/>
                </a:cubicBezTo>
                <a:lnTo>
                  <a:pt x="114293" y="4705350"/>
                </a:lnTo>
                <a:cubicBezTo>
                  <a:pt x="51171" y="4705350"/>
                  <a:pt x="0" y="4654179"/>
                  <a:pt x="0" y="45910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6940" y="293965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84115" y="316825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561975" y="4044553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Moment Creates a New Category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263" y="4463653"/>
            <a:ext cx="4619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of mature voice AI, universal QR adoption, and reliable web voice streaming creates a </a:t>
            </a:r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window of opportunity</a:t>
            </a:r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didn't exist before.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6843" y="881063"/>
            <a:ext cx="6105525" cy="1590675"/>
          </a:xfrm>
          <a:custGeom>
            <a:avLst/>
            <a:gdLst/>
            <a:ahLst/>
            <a:cxnLst/>
            <a:rect l="l" t="t" r="r" b="b"/>
            <a:pathLst>
              <a:path w="6105525" h="1590675">
                <a:moveTo>
                  <a:pt x="114306" y="0"/>
                </a:moveTo>
                <a:lnTo>
                  <a:pt x="5991219" y="0"/>
                </a:lnTo>
                <a:cubicBezTo>
                  <a:pt x="6054349" y="0"/>
                  <a:pt x="6105525" y="51176"/>
                  <a:pt x="6105525" y="114306"/>
                </a:cubicBezTo>
                <a:lnTo>
                  <a:pt x="6105525" y="1476369"/>
                </a:lnTo>
                <a:cubicBezTo>
                  <a:pt x="6105525" y="1539499"/>
                  <a:pt x="6054349" y="1590675"/>
                  <a:pt x="5991219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30205" y="1114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30230" y="12763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53578" y="53578"/>
                </a:moveTo>
                <a:cubicBezTo>
                  <a:pt x="53578" y="23999"/>
                  <a:pt x="77577" y="0"/>
                  <a:pt x="107156" y="0"/>
                </a:cubicBezTo>
                <a:cubicBezTo>
                  <a:pt x="135229" y="0"/>
                  <a:pt x="158279" y="21599"/>
                  <a:pt x="160567" y="49113"/>
                </a:cubicBezTo>
                <a:lnTo>
                  <a:pt x="129480" y="49113"/>
                </a:lnTo>
                <a:cubicBezTo>
                  <a:pt x="122058" y="49113"/>
                  <a:pt x="116086" y="55085"/>
                  <a:pt x="116086" y="62508"/>
                </a:cubicBezTo>
                <a:cubicBezTo>
                  <a:pt x="116086" y="69931"/>
                  <a:pt x="122058" y="75902"/>
                  <a:pt x="129480" y="75902"/>
                </a:cubicBezTo>
                <a:lnTo>
                  <a:pt x="160734" y="75902"/>
                </a:lnTo>
                <a:lnTo>
                  <a:pt x="160734" y="102691"/>
                </a:lnTo>
                <a:lnTo>
                  <a:pt x="129480" y="102691"/>
                </a:lnTo>
                <a:cubicBezTo>
                  <a:pt x="122058" y="102691"/>
                  <a:pt x="116086" y="108663"/>
                  <a:pt x="116086" y="116086"/>
                </a:cubicBezTo>
                <a:cubicBezTo>
                  <a:pt x="116086" y="123509"/>
                  <a:pt x="122058" y="129480"/>
                  <a:pt x="129480" y="129480"/>
                </a:cubicBezTo>
                <a:lnTo>
                  <a:pt x="160567" y="129480"/>
                </a:lnTo>
                <a:cubicBezTo>
                  <a:pt x="158279" y="156995"/>
                  <a:pt x="135285" y="178594"/>
                  <a:pt x="107156" y="178594"/>
                </a:cubicBezTo>
                <a:cubicBezTo>
                  <a:pt x="77577" y="178594"/>
                  <a:pt x="53578" y="154595"/>
                  <a:pt x="53578" y="125016"/>
                </a:cubicBezTo>
                <a:lnTo>
                  <a:pt x="53578" y="53578"/>
                </a:lnTo>
                <a:close/>
                <a:moveTo>
                  <a:pt x="13395" y="89297"/>
                </a:moveTo>
                <a:cubicBezTo>
                  <a:pt x="20817" y="89297"/>
                  <a:pt x="26789" y="95269"/>
                  <a:pt x="26789" y="102691"/>
                </a:cubicBezTo>
                <a:lnTo>
                  <a:pt x="26789" y="125016"/>
                </a:lnTo>
                <a:cubicBezTo>
                  <a:pt x="26789" y="169385"/>
                  <a:pt x="62787" y="205383"/>
                  <a:pt x="107156" y="205383"/>
                </a:cubicBezTo>
                <a:cubicBezTo>
                  <a:pt x="151526" y="205383"/>
                  <a:pt x="187523" y="169385"/>
                  <a:pt x="187523" y="125016"/>
                </a:cubicBezTo>
                <a:lnTo>
                  <a:pt x="187523" y="102691"/>
                </a:lnTo>
                <a:cubicBezTo>
                  <a:pt x="187523" y="95269"/>
                  <a:pt x="193495" y="89297"/>
                  <a:pt x="200918" y="89297"/>
                </a:cubicBezTo>
                <a:cubicBezTo>
                  <a:pt x="208341" y="89297"/>
                  <a:pt x="214313" y="95269"/>
                  <a:pt x="214313" y="102691"/>
                </a:cubicBezTo>
                <a:lnTo>
                  <a:pt x="214313" y="125016"/>
                </a:lnTo>
                <a:cubicBezTo>
                  <a:pt x="214313" y="179654"/>
                  <a:pt x="173403" y="224749"/>
                  <a:pt x="120551" y="231335"/>
                </a:cubicBezTo>
                <a:lnTo>
                  <a:pt x="120551" y="258961"/>
                </a:lnTo>
                <a:lnTo>
                  <a:pt x="147340" y="258961"/>
                </a:lnTo>
                <a:cubicBezTo>
                  <a:pt x="154763" y="258961"/>
                  <a:pt x="160734" y="264933"/>
                  <a:pt x="160734" y="272355"/>
                </a:cubicBezTo>
                <a:cubicBezTo>
                  <a:pt x="160734" y="279778"/>
                  <a:pt x="154763" y="285750"/>
                  <a:pt x="147340" y="285750"/>
                </a:cubicBezTo>
                <a:lnTo>
                  <a:pt x="66973" y="285750"/>
                </a:lnTo>
                <a:cubicBezTo>
                  <a:pt x="59550" y="285750"/>
                  <a:pt x="53578" y="279778"/>
                  <a:pt x="53578" y="272355"/>
                </a:cubicBezTo>
                <a:cubicBezTo>
                  <a:pt x="53578" y="264933"/>
                  <a:pt x="59550" y="258961"/>
                  <a:pt x="66973" y="258961"/>
                </a:cubicBezTo>
                <a:lnTo>
                  <a:pt x="93762" y="258961"/>
                </a:lnTo>
                <a:lnTo>
                  <a:pt x="93762" y="231335"/>
                </a:lnTo>
                <a:cubicBezTo>
                  <a:pt x="40909" y="224749"/>
                  <a:pt x="0" y="179654"/>
                  <a:pt x="0" y="125016"/>
                </a:cubicBezTo>
                <a:lnTo>
                  <a:pt x="0" y="102691"/>
                </a:lnTo>
                <a:cubicBezTo>
                  <a:pt x="0" y="95269"/>
                  <a:pt x="5972" y="89297"/>
                  <a:pt x="13395" y="8929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6730305" y="111442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AI Is Finally Good Enough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0305" y="1495425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models like Gemini 2.5 have achieved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human-level conversation quality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Speech recognition accuracy exceeds 95% for most use cases. The technology is ready for prime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96843" y="2633663"/>
            <a:ext cx="6105525" cy="1590675"/>
          </a:xfrm>
          <a:custGeom>
            <a:avLst/>
            <a:gdLst/>
            <a:ahLst/>
            <a:cxnLst/>
            <a:rect l="l" t="t" r="r" b="b"/>
            <a:pathLst>
              <a:path w="6105525" h="1590675">
                <a:moveTo>
                  <a:pt x="114306" y="0"/>
                </a:moveTo>
                <a:lnTo>
                  <a:pt x="5991219" y="0"/>
                </a:lnTo>
                <a:cubicBezTo>
                  <a:pt x="6054349" y="0"/>
                  <a:pt x="6105525" y="51176"/>
                  <a:pt x="6105525" y="114306"/>
                </a:cubicBezTo>
                <a:lnTo>
                  <a:pt x="6105525" y="1476369"/>
                </a:lnTo>
                <a:cubicBezTo>
                  <a:pt x="6105525" y="1539499"/>
                  <a:pt x="6054349" y="1590675"/>
                  <a:pt x="5991219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0205" y="2867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6112371" y="30289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89297"/>
                </a:moveTo>
                <a:lnTo>
                  <a:pt x="71438" y="89297"/>
                </a:lnTo>
                <a:lnTo>
                  <a:pt x="71438" y="53578"/>
                </a:lnTo>
                <a:lnTo>
                  <a:pt x="35719" y="53578"/>
                </a:lnTo>
                <a:lnTo>
                  <a:pt x="35719" y="89297"/>
                </a:lnTo>
                <a:close/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98227"/>
                </a:lnTo>
                <a:cubicBezTo>
                  <a:pt x="107156" y="113016"/>
                  <a:pt x="95157" y="125016"/>
                  <a:pt x="80367" y="125016"/>
                </a:cubicBez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  <a:moveTo>
                  <a:pt x="35719" y="232172"/>
                </a:moveTo>
                <a:lnTo>
                  <a:pt x="71438" y="232172"/>
                </a:lnTo>
                <a:lnTo>
                  <a:pt x="71438" y="196453"/>
                </a:lnTo>
                <a:lnTo>
                  <a:pt x="35719" y="196453"/>
                </a:lnTo>
                <a:lnTo>
                  <a:pt x="35719" y="232172"/>
                </a:lnTo>
                <a:close/>
                <a:moveTo>
                  <a:pt x="0" y="187523"/>
                </a:moveTo>
                <a:cubicBezTo>
                  <a:pt x="0" y="172734"/>
                  <a:pt x="11999" y="160734"/>
                  <a:pt x="26789" y="160734"/>
                </a:cubicBezTo>
                <a:lnTo>
                  <a:pt x="80367" y="160734"/>
                </a:lnTo>
                <a:cubicBezTo>
                  <a:pt x="95157" y="160734"/>
                  <a:pt x="107156" y="172734"/>
                  <a:pt x="107156" y="187523"/>
                </a:cubicBezTo>
                <a:lnTo>
                  <a:pt x="107156" y="241102"/>
                </a:lnTo>
                <a:cubicBezTo>
                  <a:pt x="107156" y="255891"/>
                  <a:pt x="95157" y="267891"/>
                  <a:pt x="80367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187523"/>
                </a:lnTo>
                <a:close/>
                <a:moveTo>
                  <a:pt x="178594" y="53578"/>
                </a:moveTo>
                <a:lnTo>
                  <a:pt x="178594" y="89297"/>
                </a:lnTo>
                <a:lnTo>
                  <a:pt x="214313" y="89297"/>
                </a:lnTo>
                <a:lnTo>
                  <a:pt x="214313" y="53578"/>
                </a:lnTo>
                <a:lnTo>
                  <a:pt x="178594" y="53578"/>
                </a:lnTo>
                <a:close/>
                <a:moveTo>
                  <a:pt x="169664" y="17859"/>
                </a:moveTo>
                <a:lnTo>
                  <a:pt x="223242" y="17859"/>
                </a:lnTo>
                <a:cubicBezTo>
                  <a:pt x="238032" y="17859"/>
                  <a:pt x="250031" y="29859"/>
                  <a:pt x="250031" y="44648"/>
                </a:cubicBezTo>
                <a:lnTo>
                  <a:pt x="250031" y="98227"/>
                </a:lnTo>
                <a:cubicBezTo>
                  <a:pt x="250031" y="113016"/>
                  <a:pt x="238032" y="125016"/>
                  <a:pt x="223242" y="125016"/>
                </a:cubicBezTo>
                <a:lnTo>
                  <a:pt x="169664" y="125016"/>
                </a:lnTo>
                <a:cubicBezTo>
                  <a:pt x="154874" y="125016"/>
                  <a:pt x="142875" y="113016"/>
                  <a:pt x="142875" y="98227"/>
                </a:cubicBezTo>
                <a:lnTo>
                  <a:pt x="142875" y="44648"/>
                </a:lnTo>
                <a:cubicBezTo>
                  <a:pt x="142875" y="29859"/>
                  <a:pt x="154874" y="17859"/>
                  <a:pt x="169664" y="17859"/>
                </a:cubicBezTo>
                <a:close/>
                <a:moveTo>
                  <a:pt x="160734" y="196453"/>
                </a:moveTo>
                <a:cubicBezTo>
                  <a:pt x="150878" y="196453"/>
                  <a:pt x="142875" y="188451"/>
                  <a:pt x="142875" y="178594"/>
                </a:cubicBezTo>
                <a:cubicBezTo>
                  <a:pt x="142875" y="168737"/>
                  <a:pt x="150878" y="160734"/>
                  <a:pt x="160734" y="160734"/>
                </a:cubicBezTo>
                <a:cubicBezTo>
                  <a:pt x="170591" y="160734"/>
                  <a:pt x="178594" y="168737"/>
                  <a:pt x="178594" y="178594"/>
                </a:cubicBezTo>
                <a:cubicBezTo>
                  <a:pt x="178594" y="188451"/>
                  <a:pt x="170591" y="196453"/>
                  <a:pt x="160734" y="196453"/>
                </a:cubicBezTo>
                <a:close/>
                <a:moveTo>
                  <a:pt x="160734" y="232172"/>
                </a:moveTo>
                <a:cubicBezTo>
                  <a:pt x="170613" y="232172"/>
                  <a:pt x="178594" y="240153"/>
                  <a:pt x="178594" y="250031"/>
                </a:cubicBezTo>
                <a:cubicBezTo>
                  <a:pt x="178594" y="259910"/>
                  <a:pt x="170613" y="267891"/>
                  <a:pt x="160734" y="267891"/>
                </a:cubicBezTo>
                <a:cubicBezTo>
                  <a:pt x="150856" y="267891"/>
                  <a:pt x="142875" y="259910"/>
                  <a:pt x="142875" y="250031"/>
                </a:cubicBezTo>
                <a:cubicBezTo>
                  <a:pt x="142875" y="240153"/>
                  <a:pt x="150856" y="232172"/>
                  <a:pt x="160734" y="232172"/>
                </a:cubicBezTo>
                <a:close/>
                <a:moveTo>
                  <a:pt x="214313" y="250031"/>
                </a:moveTo>
                <a:cubicBezTo>
                  <a:pt x="214313" y="240153"/>
                  <a:pt x="222293" y="232172"/>
                  <a:pt x="232172" y="232172"/>
                </a:cubicBezTo>
                <a:cubicBezTo>
                  <a:pt x="242050" y="232172"/>
                  <a:pt x="250031" y="240153"/>
                  <a:pt x="250031" y="250031"/>
                </a:cubicBezTo>
                <a:cubicBezTo>
                  <a:pt x="250031" y="259910"/>
                  <a:pt x="242050" y="267891"/>
                  <a:pt x="232172" y="267891"/>
                </a:cubicBezTo>
                <a:cubicBezTo>
                  <a:pt x="222293" y="267891"/>
                  <a:pt x="214313" y="259910"/>
                  <a:pt x="214313" y="250031"/>
                </a:cubicBezTo>
                <a:close/>
                <a:moveTo>
                  <a:pt x="232172" y="196453"/>
                </a:moveTo>
                <a:cubicBezTo>
                  <a:pt x="222315" y="196453"/>
                  <a:pt x="214313" y="188451"/>
                  <a:pt x="214313" y="178594"/>
                </a:cubicBezTo>
                <a:cubicBezTo>
                  <a:pt x="214313" y="168737"/>
                  <a:pt x="222315" y="160734"/>
                  <a:pt x="232172" y="160734"/>
                </a:cubicBezTo>
                <a:cubicBezTo>
                  <a:pt x="242029" y="160734"/>
                  <a:pt x="250031" y="168737"/>
                  <a:pt x="250031" y="178594"/>
                </a:cubicBezTo>
                <a:cubicBezTo>
                  <a:pt x="250031" y="188451"/>
                  <a:pt x="242029" y="196453"/>
                  <a:pt x="232172" y="196453"/>
                </a:cubicBezTo>
                <a:close/>
                <a:moveTo>
                  <a:pt x="214313" y="214313"/>
                </a:move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ubicBezTo>
                  <a:pt x="206310" y="196453"/>
                  <a:pt x="214313" y="204456"/>
                  <a:pt x="214313" y="2143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6730305" y="286702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Scanning Is Universal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30305" y="3248025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of consumers scan QR codes weekly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Post-COVID behavior change made QR scanning second nature. Every smartphone has native support—no apps needed.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6843" y="4386263"/>
            <a:ext cx="6105525" cy="1590675"/>
          </a:xfrm>
          <a:custGeom>
            <a:avLst/>
            <a:gdLst/>
            <a:ahLst/>
            <a:cxnLst/>
            <a:rect l="l" t="t" r="r" b="b"/>
            <a:pathLst>
              <a:path w="6105525" h="1590675">
                <a:moveTo>
                  <a:pt x="114306" y="0"/>
                </a:moveTo>
                <a:lnTo>
                  <a:pt x="5991219" y="0"/>
                </a:lnTo>
                <a:cubicBezTo>
                  <a:pt x="6054349" y="0"/>
                  <a:pt x="6105525" y="51176"/>
                  <a:pt x="6105525" y="114306"/>
                </a:cubicBezTo>
                <a:lnTo>
                  <a:pt x="6105525" y="1476369"/>
                </a:lnTo>
                <a:cubicBezTo>
                  <a:pt x="6105525" y="1539499"/>
                  <a:pt x="6054349" y="1590675"/>
                  <a:pt x="5991219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0205" y="4619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6076652" y="47815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53578"/>
                </a:moveTo>
                <a:cubicBezTo>
                  <a:pt x="110003" y="53578"/>
                  <a:pt x="64071" y="73670"/>
                  <a:pt x="30305" y="106375"/>
                </a:cubicBezTo>
                <a:cubicBezTo>
                  <a:pt x="23217" y="113240"/>
                  <a:pt x="11888" y="113072"/>
                  <a:pt x="5079" y="105984"/>
                </a:cubicBezTo>
                <a:cubicBezTo>
                  <a:pt x="-1730" y="98896"/>
                  <a:pt x="-1619" y="87567"/>
                  <a:pt x="5469" y="80758"/>
                </a:cubicBezTo>
                <a:cubicBezTo>
                  <a:pt x="45597" y="41802"/>
                  <a:pt x="100403" y="17859"/>
                  <a:pt x="160734" y="17859"/>
                </a:cubicBezTo>
                <a:cubicBezTo>
                  <a:pt x="221066" y="17859"/>
                  <a:pt x="275872" y="41802"/>
                  <a:pt x="316055" y="80758"/>
                </a:cubicBezTo>
                <a:cubicBezTo>
                  <a:pt x="323143" y="87623"/>
                  <a:pt x="323310" y="98952"/>
                  <a:pt x="316446" y="105984"/>
                </a:cubicBezTo>
                <a:cubicBezTo>
                  <a:pt x="309581" y="113016"/>
                  <a:pt x="298252" y="113240"/>
                  <a:pt x="291219" y="106375"/>
                </a:cubicBezTo>
                <a:cubicBezTo>
                  <a:pt x="257398" y="73670"/>
                  <a:pt x="211466" y="53578"/>
                  <a:pt x="160734" y="53578"/>
                </a:cubicBezTo>
                <a:close/>
                <a:moveTo>
                  <a:pt x="133945" y="241102"/>
                </a:moveTo>
                <a:cubicBezTo>
                  <a:pt x="133945" y="226316"/>
                  <a:pt x="145949" y="214313"/>
                  <a:pt x="160734" y="214313"/>
                </a:cubicBezTo>
                <a:cubicBezTo>
                  <a:pt x="175520" y="214313"/>
                  <a:pt x="187523" y="226316"/>
                  <a:pt x="187523" y="241102"/>
                </a:cubicBezTo>
                <a:cubicBezTo>
                  <a:pt x="187523" y="255887"/>
                  <a:pt x="175520" y="267891"/>
                  <a:pt x="160734" y="267891"/>
                </a:cubicBezTo>
                <a:cubicBezTo>
                  <a:pt x="145949" y="267891"/>
                  <a:pt x="133945" y="255887"/>
                  <a:pt x="133945" y="241102"/>
                </a:cubicBezTo>
                <a:close/>
                <a:moveTo>
                  <a:pt x="93762" y="182054"/>
                </a:moveTo>
                <a:cubicBezTo>
                  <a:pt x="87232" y="189477"/>
                  <a:pt x="75958" y="190147"/>
                  <a:pt x="68535" y="183617"/>
                </a:cubicBezTo>
                <a:cubicBezTo>
                  <a:pt x="61113" y="177087"/>
                  <a:pt x="60443" y="165813"/>
                  <a:pt x="66973" y="158390"/>
                </a:cubicBezTo>
                <a:cubicBezTo>
                  <a:pt x="89855" y="132494"/>
                  <a:pt x="123397" y="116086"/>
                  <a:pt x="160734" y="116086"/>
                </a:cubicBezTo>
                <a:cubicBezTo>
                  <a:pt x="198072" y="116086"/>
                  <a:pt x="231614" y="132494"/>
                  <a:pt x="254496" y="158390"/>
                </a:cubicBezTo>
                <a:cubicBezTo>
                  <a:pt x="261026" y="165813"/>
                  <a:pt x="260300" y="177087"/>
                  <a:pt x="252933" y="183617"/>
                </a:cubicBezTo>
                <a:cubicBezTo>
                  <a:pt x="245566" y="190147"/>
                  <a:pt x="234237" y="189421"/>
                  <a:pt x="227707" y="182054"/>
                </a:cubicBezTo>
                <a:cubicBezTo>
                  <a:pt x="211299" y="163469"/>
                  <a:pt x="187412" y="151805"/>
                  <a:pt x="160734" y="151805"/>
                </a:cubicBezTo>
                <a:cubicBezTo>
                  <a:pt x="134057" y="151805"/>
                  <a:pt x="110170" y="163469"/>
                  <a:pt x="93762" y="1820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6730305" y="461962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Voice Streaming Is Reliable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0305" y="5000625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has matured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sub-300ms latency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robust echo cancellation. 5G and improved mobile data make IP voice viable everywhere. The infrastructure is ready.</a:t>
            </a:r>
            <a:endParaRPr lang="en-US" sz="1600" dirty="0"/>
          </a:p>
        </p:txBody>
      </p:sp>
      <p:pic>
        <p:nvPicPr>
          <p:cNvPr id="27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809" y="5526313"/>
            <a:ext cx="1642559" cy="212522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7500" y="317500"/>
            <a:ext cx="1182688" cy="254000"/>
          </a:xfrm>
          <a:custGeom>
            <a:avLst/>
            <a:gdLst/>
            <a:ahLst/>
            <a:cxnLst/>
            <a:rect l="l" t="t" r="r" b="b"/>
            <a:pathLst>
              <a:path w="1182688" h="254000">
                <a:moveTo>
                  <a:pt x="127000" y="0"/>
                </a:moveTo>
                <a:lnTo>
                  <a:pt x="1055688" y="0"/>
                </a:lnTo>
                <a:cubicBezTo>
                  <a:pt x="1125781" y="0"/>
                  <a:pt x="1182688" y="56907"/>
                  <a:pt x="1182688" y="127000"/>
                </a:cubicBezTo>
                <a:lnTo>
                  <a:pt x="1182688" y="127000"/>
                </a:lnTo>
                <a:cubicBezTo>
                  <a:pt x="1182688" y="197093"/>
                  <a:pt x="1125781" y="254000"/>
                  <a:pt x="105568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44500" y="373063"/>
            <a:ext cx="994172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66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111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market potential—millions of businesses worldwide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464469"/>
            <a:ext cx="3738563" cy="1309688"/>
          </a:xfrm>
          <a:custGeom>
            <a:avLst/>
            <a:gdLst/>
            <a:ahLst/>
            <a:cxnLst/>
            <a:rect l="l" t="t" r="r" b="b"/>
            <a:pathLst>
              <a:path w="3738563" h="1309688">
                <a:moveTo>
                  <a:pt x="95254" y="0"/>
                </a:moveTo>
                <a:lnTo>
                  <a:pt x="3643309" y="0"/>
                </a:lnTo>
                <a:cubicBezTo>
                  <a:pt x="3695881" y="0"/>
                  <a:pt x="3738563" y="42682"/>
                  <a:pt x="3738563" y="95254"/>
                </a:cubicBezTo>
                <a:lnTo>
                  <a:pt x="3738563" y="1214434"/>
                </a:lnTo>
                <a:cubicBezTo>
                  <a:pt x="3738563" y="1267041"/>
                  <a:pt x="3695916" y="1309688"/>
                  <a:pt x="3643309" y="1309688"/>
                </a:cubicBezTo>
                <a:lnTo>
                  <a:pt x="95254" y="1309688"/>
                </a:lnTo>
                <a:cubicBezTo>
                  <a:pt x="42682" y="1309688"/>
                  <a:pt x="0" y="1267006"/>
                  <a:pt x="0" y="1214434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125" y="1627188"/>
            <a:ext cx="365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5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469" y="2166938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Beauty Businesses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438" y="242093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United States alone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26719" y="1464469"/>
            <a:ext cx="3738563" cy="1309688"/>
          </a:xfrm>
          <a:custGeom>
            <a:avLst/>
            <a:gdLst/>
            <a:ahLst/>
            <a:cxnLst/>
            <a:rect l="l" t="t" r="r" b="b"/>
            <a:pathLst>
              <a:path w="3738563" h="1309688">
                <a:moveTo>
                  <a:pt x="95254" y="0"/>
                </a:moveTo>
                <a:lnTo>
                  <a:pt x="3643309" y="0"/>
                </a:lnTo>
                <a:cubicBezTo>
                  <a:pt x="3695881" y="0"/>
                  <a:pt x="3738563" y="42682"/>
                  <a:pt x="3738563" y="95254"/>
                </a:cubicBezTo>
                <a:lnTo>
                  <a:pt x="3738563" y="1214434"/>
                </a:lnTo>
                <a:cubicBezTo>
                  <a:pt x="3738563" y="1267041"/>
                  <a:pt x="3695916" y="1309688"/>
                  <a:pt x="3643309" y="1309688"/>
                </a:cubicBezTo>
                <a:lnTo>
                  <a:pt x="95254" y="1309688"/>
                </a:lnTo>
                <a:cubicBezTo>
                  <a:pt x="42682" y="1309688"/>
                  <a:pt x="0" y="1267006"/>
                  <a:pt x="0" y="1214434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375" y="1627188"/>
            <a:ext cx="365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5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~700K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3719" y="2166938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7688" y="242093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the United States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1969" y="1464469"/>
            <a:ext cx="3738563" cy="1309688"/>
          </a:xfrm>
          <a:custGeom>
            <a:avLst/>
            <a:gdLst/>
            <a:ahLst/>
            <a:cxnLst/>
            <a:rect l="l" t="t" r="r" b="b"/>
            <a:pathLst>
              <a:path w="3738563" h="1309688">
                <a:moveTo>
                  <a:pt x="95254" y="0"/>
                </a:moveTo>
                <a:lnTo>
                  <a:pt x="3643309" y="0"/>
                </a:lnTo>
                <a:cubicBezTo>
                  <a:pt x="3695881" y="0"/>
                  <a:pt x="3738563" y="42682"/>
                  <a:pt x="3738563" y="95254"/>
                </a:cubicBezTo>
                <a:lnTo>
                  <a:pt x="3738563" y="1214434"/>
                </a:lnTo>
                <a:cubicBezTo>
                  <a:pt x="3738563" y="1267041"/>
                  <a:pt x="3695916" y="1309688"/>
                  <a:pt x="3643309" y="1309688"/>
                </a:cubicBezTo>
                <a:lnTo>
                  <a:pt x="95254" y="1309688"/>
                </a:lnTo>
                <a:cubicBezTo>
                  <a:pt x="42682" y="1309688"/>
                  <a:pt x="0" y="1267006"/>
                  <a:pt x="0" y="1214434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5625" y="1627188"/>
            <a:ext cx="365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5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33M+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8969" y="2166938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Businesses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62938" y="242093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in the United States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1469" y="2909094"/>
            <a:ext cx="5691188" cy="3008313"/>
          </a:xfrm>
          <a:custGeom>
            <a:avLst/>
            <a:gdLst/>
            <a:ahLst/>
            <a:cxnLst/>
            <a:rect l="l" t="t" r="r" b="b"/>
            <a:pathLst>
              <a:path w="5691188" h="3008313">
                <a:moveTo>
                  <a:pt x="95243" y="0"/>
                </a:moveTo>
                <a:lnTo>
                  <a:pt x="5595944" y="0"/>
                </a:lnTo>
                <a:cubicBezTo>
                  <a:pt x="5648546" y="0"/>
                  <a:pt x="5691188" y="42642"/>
                  <a:pt x="5691188" y="95243"/>
                </a:cubicBezTo>
                <a:lnTo>
                  <a:pt x="5691188" y="2913069"/>
                </a:lnTo>
                <a:cubicBezTo>
                  <a:pt x="5691188" y="2965671"/>
                  <a:pt x="5648546" y="3008313"/>
                  <a:pt x="5595944" y="3008313"/>
                </a:cubicBezTo>
                <a:lnTo>
                  <a:pt x="95243" y="3008313"/>
                </a:lnTo>
                <a:cubicBezTo>
                  <a:pt x="42642" y="3008313"/>
                  <a:pt x="0" y="2965671"/>
                  <a:pt x="0" y="2913069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187" y="30718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the U.S. Market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187" y="342106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9438" y="3532188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Beauty &amp; Personal Care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1404" y="3516313"/>
            <a:ext cx="38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392906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79438" y="4040188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Restaurants &amp; Food Service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82406" y="4024313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~700K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187" y="443706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79438" y="4548188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Stores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3716" y="4532313"/>
            <a:ext cx="66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187" y="494506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9438" y="5056188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Hotels &amp; Hospitality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89761" y="504031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~100K+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9344" y="2909094"/>
            <a:ext cx="5691188" cy="3008313"/>
          </a:xfrm>
          <a:custGeom>
            <a:avLst/>
            <a:gdLst/>
            <a:ahLst/>
            <a:cxnLst/>
            <a:rect l="l" t="t" r="r" b="b"/>
            <a:pathLst>
              <a:path w="5691188" h="3008313">
                <a:moveTo>
                  <a:pt x="95243" y="0"/>
                </a:moveTo>
                <a:lnTo>
                  <a:pt x="5595944" y="0"/>
                </a:lnTo>
                <a:cubicBezTo>
                  <a:pt x="5648546" y="0"/>
                  <a:pt x="5691188" y="42642"/>
                  <a:pt x="5691188" y="95243"/>
                </a:cubicBezTo>
                <a:lnTo>
                  <a:pt x="5691188" y="2913069"/>
                </a:lnTo>
                <a:cubicBezTo>
                  <a:pt x="5691188" y="2965671"/>
                  <a:pt x="5648546" y="3008313"/>
                  <a:pt x="5595944" y="3008313"/>
                </a:cubicBezTo>
                <a:lnTo>
                  <a:pt x="95243" y="3008313"/>
                </a:lnTo>
                <a:cubicBezTo>
                  <a:pt x="42642" y="3008313"/>
                  <a:pt x="0" y="2965671"/>
                  <a:pt x="0" y="2913069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2063" y="30718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Potential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2063" y="3421063"/>
            <a:ext cx="5365750" cy="762000"/>
          </a:xfrm>
          <a:custGeom>
            <a:avLst/>
            <a:gdLst/>
            <a:ahLst/>
            <a:cxnLst/>
            <a:rect l="l" t="t" r="r" b="b"/>
            <a:pathLst>
              <a:path w="5365750" h="762000">
                <a:moveTo>
                  <a:pt x="63497" y="0"/>
                </a:moveTo>
                <a:lnTo>
                  <a:pt x="5302253" y="0"/>
                </a:lnTo>
                <a:cubicBezTo>
                  <a:pt x="5337321" y="0"/>
                  <a:pt x="5365750" y="28429"/>
                  <a:pt x="5365750" y="63497"/>
                </a:cubicBezTo>
                <a:lnTo>
                  <a:pt x="5365750" y="698503"/>
                </a:lnTo>
                <a:cubicBezTo>
                  <a:pt x="5365750" y="733571"/>
                  <a:pt x="5337321" y="762000"/>
                  <a:pt x="530225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69063" y="3548063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we capture just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1% of U.S. small businesses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9063" y="3817938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14149" y="3802062"/>
            <a:ext cx="65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~330K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310063"/>
            <a:ext cx="5365750" cy="762000"/>
          </a:xfrm>
          <a:custGeom>
            <a:avLst/>
            <a:gdLst/>
            <a:ahLst/>
            <a:cxnLst/>
            <a:rect l="l" t="t" r="r" b="b"/>
            <a:pathLst>
              <a:path w="5365750" h="762000">
                <a:moveTo>
                  <a:pt x="63497" y="0"/>
                </a:moveTo>
                <a:lnTo>
                  <a:pt x="5302253" y="0"/>
                </a:lnTo>
                <a:cubicBezTo>
                  <a:pt x="5337321" y="0"/>
                  <a:pt x="5365750" y="28429"/>
                  <a:pt x="5365750" y="63497"/>
                </a:cubicBezTo>
                <a:lnTo>
                  <a:pt x="5365750" y="698503"/>
                </a:lnTo>
                <a:cubicBezTo>
                  <a:pt x="5365750" y="733571"/>
                  <a:pt x="5337321" y="762000"/>
                  <a:pt x="530225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69063" y="4437063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average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$50/month subscription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69063" y="4706938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Revenue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45316" y="4691063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$16.5M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6031" y="5203031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7000" y="53657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844733" y="5334000"/>
            <a:ext cx="849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$198M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375" y="6048375"/>
            <a:ext cx="11541125" cy="508000"/>
          </a:xfrm>
          <a:custGeom>
            <a:avLst/>
            <a:gdLst/>
            <a:ahLst/>
            <a:cxnLst/>
            <a:rect l="l" t="t" r="r" b="b"/>
            <a:pathLst>
              <a:path w="11541125" h="508000">
                <a:moveTo>
                  <a:pt x="31750" y="0"/>
                </a:moveTo>
                <a:lnTo>
                  <a:pt x="11445875" y="0"/>
                </a:lnTo>
                <a:cubicBezTo>
                  <a:pt x="11498445" y="0"/>
                  <a:pt x="11541125" y="42680"/>
                  <a:pt x="11541125" y="95250"/>
                </a:cubicBezTo>
                <a:lnTo>
                  <a:pt x="11541125" y="412750"/>
                </a:lnTo>
                <a:cubicBezTo>
                  <a:pt x="11541125" y="465320"/>
                  <a:pt x="11498445" y="508000"/>
                  <a:pt x="1144587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333375" y="6048375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48" name="Text 46"/>
          <p:cNvSpPr/>
          <p:nvPr/>
        </p:nvSpPr>
        <p:spPr>
          <a:xfrm>
            <a:off x="440531" y="6175375"/>
            <a:ext cx="11342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becomes a $100M+ platform business</a:t>
            </a:r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—and that's just the beginning</a:t>
            </a:r>
            <a:endParaRPr lang="en-US" sz="1600" dirty="0"/>
          </a:p>
        </p:txBody>
      </p:sp>
      <p:pic>
        <p:nvPicPr>
          <p:cNvPr id="49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480" y="-154879"/>
            <a:ext cx="1270051" cy="164325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1028700" cy="304800"/>
          </a:xfrm>
          <a:custGeom>
            <a:avLst/>
            <a:gdLst/>
            <a:ahLst/>
            <a:cxnLst/>
            <a:rect l="l" t="t" r="r" b="b"/>
            <a:pathLst>
              <a:path w="1028700" h="304800">
                <a:moveTo>
                  <a:pt x="152400" y="0"/>
                </a:moveTo>
                <a:lnTo>
                  <a:pt x="876300" y="0"/>
                </a:lnTo>
                <a:cubicBezTo>
                  <a:pt x="960412" y="0"/>
                  <a:pt x="1028700" y="68288"/>
                  <a:pt x="1028700" y="152400"/>
                </a:cubicBezTo>
                <a:lnTo>
                  <a:pt x="1028700" y="152400"/>
                </a:lnTo>
                <a:cubicBezTo>
                  <a:pt x="1028700" y="236512"/>
                  <a:pt x="960412" y="304800"/>
                  <a:pt x="8763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47675"/>
            <a:ext cx="798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5734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 the First AI Storefront Network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852612"/>
            <a:ext cx="5553075" cy="4619625"/>
          </a:xfrm>
          <a:custGeom>
            <a:avLst/>
            <a:gdLst/>
            <a:ahLst/>
            <a:cxnLst/>
            <a:rect l="l" t="t" r="r" b="b"/>
            <a:pathLst>
              <a:path w="5553075" h="4619625">
                <a:moveTo>
                  <a:pt x="114290" y="0"/>
                </a:moveTo>
                <a:lnTo>
                  <a:pt x="5438785" y="0"/>
                </a:lnTo>
                <a:cubicBezTo>
                  <a:pt x="5501906" y="0"/>
                  <a:pt x="5553075" y="51169"/>
                  <a:pt x="5553075" y="114290"/>
                </a:cubicBezTo>
                <a:lnTo>
                  <a:pt x="5553075" y="4505335"/>
                </a:lnTo>
                <a:cubicBezTo>
                  <a:pt x="5553075" y="4568456"/>
                  <a:pt x="5501906" y="4619625"/>
                  <a:pt x="5438785" y="4619625"/>
                </a:cubicBezTo>
                <a:lnTo>
                  <a:pt x="114290" y="4619625"/>
                </a:lnTo>
                <a:cubicBezTo>
                  <a:pt x="51169" y="4619625"/>
                  <a:pt x="0" y="4568456"/>
                  <a:pt x="0" y="4505335"/>
                </a:cubicBezTo>
                <a:lnTo>
                  <a:pt x="0" y="114290"/>
                </a:lnTo>
                <a:cubicBezTo>
                  <a:pt x="0" y="51211"/>
                  <a:pt x="51211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2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125" y="208597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125" y="2543175"/>
            <a:ext cx="5086350" cy="1600200"/>
          </a:xfrm>
          <a:custGeom>
            <a:avLst/>
            <a:gdLst/>
            <a:ahLst/>
            <a:cxnLst/>
            <a:rect l="l" t="t" r="r" b="b"/>
            <a:pathLst>
              <a:path w="5086350" h="16002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1523998"/>
                </a:lnTo>
                <a:cubicBezTo>
                  <a:pt x="5086350" y="1566083"/>
                  <a:pt x="5052233" y="1600200"/>
                  <a:pt x="501014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8200" y="2752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1209675" y="273367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Focus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" y="3152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114675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salon pilot program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" y="3457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41947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Vegas market launch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3762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1076325" y="37242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distribution program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4295775"/>
            <a:ext cx="5086350" cy="1257300"/>
          </a:xfrm>
          <a:custGeom>
            <a:avLst/>
            <a:gdLst/>
            <a:ahLst/>
            <a:cxnLst/>
            <a:rect l="l" t="t" r="r" b="b"/>
            <a:pathLst>
              <a:path w="5086350" h="1257300">
                <a:moveTo>
                  <a:pt x="76205" y="0"/>
                </a:moveTo>
                <a:lnTo>
                  <a:pt x="5010145" y="0"/>
                </a:lnTo>
                <a:cubicBezTo>
                  <a:pt x="5052232" y="0"/>
                  <a:pt x="5086350" y="34118"/>
                  <a:pt x="5086350" y="76205"/>
                </a:cubicBezTo>
                <a:lnTo>
                  <a:pt x="5086350" y="1181095"/>
                </a:lnTo>
                <a:cubicBezTo>
                  <a:pt x="5086350" y="1223182"/>
                  <a:pt x="5052232" y="1257300"/>
                  <a:pt x="501014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" y="4505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1209675" y="4486275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625" y="4867275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by city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the affiliate distribution model. Expand to new verticals. Build the AI Maps network.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3163" y="385763"/>
            <a:ext cx="5553075" cy="3733800"/>
          </a:xfrm>
          <a:custGeom>
            <a:avLst/>
            <a:gdLst/>
            <a:ahLst/>
            <a:cxnLst/>
            <a:rect l="l" t="t" r="r" b="b"/>
            <a:pathLst>
              <a:path w="5553075" h="3733800">
                <a:moveTo>
                  <a:pt x="114292" y="0"/>
                </a:moveTo>
                <a:lnTo>
                  <a:pt x="5438783" y="0"/>
                </a:lnTo>
                <a:cubicBezTo>
                  <a:pt x="5501905" y="0"/>
                  <a:pt x="5553075" y="51170"/>
                  <a:pt x="5553075" y="114292"/>
                </a:cubicBezTo>
                <a:lnTo>
                  <a:pt x="5553075" y="3619508"/>
                </a:lnTo>
                <a:cubicBezTo>
                  <a:pt x="5553075" y="3682630"/>
                  <a:pt x="5501905" y="3733800"/>
                  <a:pt x="5438783" y="3733800"/>
                </a:cubicBezTo>
                <a:lnTo>
                  <a:pt x="114292" y="3733800"/>
                </a:lnTo>
                <a:cubicBezTo>
                  <a:pt x="51170" y="3733800"/>
                  <a:pt x="0" y="3682630"/>
                  <a:pt x="0" y="36195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6525" y="6191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86525" y="1076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55594" y="120967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7096125" y="1076325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Funding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96125" y="138112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build team, develop product, and launch pilot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86525" y="1762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96063" y="1895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29" name="Text 27"/>
          <p:cNvSpPr/>
          <p:nvPr/>
        </p:nvSpPr>
        <p:spPr>
          <a:xfrm>
            <a:off x="7096125" y="1762125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Partners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96125" y="2066925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 industry connections, local business networks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6525" y="2447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A9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07969" y="25812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33" name="Text 31"/>
          <p:cNvSpPr/>
          <p:nvPr/>
        </p:nvSpPr>
        <p:spPr>
          <a:xfrm>
            <a:off x="7096125" y="2447925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Adopters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96125" y="27527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willing to pilot the technology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53163" y="4281488"/>
            <a:ext cx="5553075" cy="2190750"/>
          </a:xfrm>
          <a:custGeom>
            <a:avLst/>
            <a:gdLst/>
            <a:ahLst/>
            <a:cxnLst/>
            <a:rect l="l" t="t" r="r" b="b"/>
            <a:pathLst>
              <a:path w="5553075" h="2190750">
                <a:moveTo>
                  <a:pt x="114291" y="0"/>
                </a:moveTo>
                <a:lnTo>
                  <a:pt x="5438784" y="0"/>
                </a:lnTo>
                <a:cubicBezTo>
                  <a:pt x="5501905" y="0"/>
                  <a:pt x="5553075" y="51170"/>
                  <a:pt x="5553075" y="114291"/>
                </a:cubicBezTo>
                <a:lnTo>
                  <a:pt x="5553075" y="2076459"/>
                </a:lnTo>
                <a:cubicBezTo>
                  <a:pt x="5553075" y="2139580"/>
                  <a:pt x="5501905" y="2190750"/>
                  <a:pt x="5438784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8A9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8900" y="451485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72225" y="4933950"/>
            <a:ext cx="531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8A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$100M+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3663" y="55054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potential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86525" y="5891213"/>
            <a:ext cx="5086350" cy="9525"/>
          </a:xfrm>
          <a:custGeom>
            <a:avLst/>
            <a:gdLst/>
            <a:ahLst/>
            <a:cxnLst/>
            <a:rect l="l" t="t" r="r" b="b"/>
            <a:pathLst>
              <a:path w="5086350" h="9525">
                <a:moveTo>
                  <a:pt x="0" y="0"/>
                </a:moveTo>
                <a:lnTo>
                  <a:pt x="5086350" y="0"/>
                </a:lnTo>
                <a:lnTo>
                  <a:pt x="5086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Text 38"/>
          <p:cNvSpPr/>
          <p:nvPr/>
        </p:nvSpPr>
        <p:spPr>
          <a:xfrm>
            <a:off x="6448425" y="6010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Possibly much bigger</a:t>
            </a:r>
            <a:endParaRPr lang="en-US" sz="1600" dirty="0"/>
          </a:p>
        </p:txBody>
      </p:sp>
      <p:pic>
        <p:nvPicPr>
          <p:cNvPr id="41" name="Image 0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69" y="5891213"/>
            <a:ext cx="1108706" cy="143450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4" y="0"/>
            <a:ext cx="12200894" cy="6858000"/>
          </a:xfrm>
          <a:prstGeom prst="rect">
            <a:avLst/>
          </a:prstGeom>
          <a:solidFill>
            <a:srgbClr val="1B30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https://kimi-img.moonshot.cn/pub/slides/okc/7nb4wss7tyqew/cover_hero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781" b="781"/>
          <a:stretch/>
        </p:blipFill>
        <p:spPr>
          <a:xfrm>
            <a:off x="-8894" y="-17859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2809429" y="965597"/>
            <a:ext cx="6572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DF2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Clear Voice AI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980879" y="205144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6" name="Text 3"/>
          <p:cNvSpPr/>
          <p:nvPr/>
        </p:nvSpPr>
        <p:spPr>
          <a:xfrm>
            <a:off x="4266754" y="1879997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B8A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Maps for Business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91921" y="205144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8" name="Text 5"/>
          <p:cNvSpPr/>
          <p:nvPr/>
        </p:nvSpPr>
        <p:spPr>
          <a:xfrm>
            <a:off x="3276749" y="2794397"/>
            <a:ext cx="56388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local business communication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41353" y="34111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608040" y="35635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71438"/>
                </a:moveTo>
                <a:lnTo>
                  <a:pt x="57150" y="71438"/>
                </a:lnTo>
                <a:lnTo>
                  <a:pt x="57150" y="42863"/>
                </a:lnTo>
                <a:lnTo>
                  <a:pt x="28575" y="42863"/>
                </a:lnTo>
                <a:lnTo>
                  <a:pt x="28575" y="71438"/>
                </a:lnTo>
                <a:close/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78581"/>
                </a:lnTo>
                <a:cubicBezTo>
                  <a:pt x="85725" y="90413"/>
                  <a:pt x="76126" y="100013"/>
                  <a:pt x="64294" y="100013"/>
                </a:cubicBez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  <a:moveTo>
                  <a:pt x="28575" y="185738"/>
                </a:moveTo>
                <a:lnTo>
                  <a:pt x="57150" y="185738"/>
                </a:lnTo>
                <a:lnTo>
                  <a:pt x="57150" y="157163"/>
                </a:lnTo>
                <a:lnTo>
                  <a:pt x="28575" y="157163"/>
                </a:lnTo>
                <a:lnTo>
                  <a:pt x="28575" y="185738"/>
                </a:lnTo>
                <a:close/>
                <a:moveTo>
                  <a:pt x="0" y="150019"/>
                </a:moveTo>
                <a:cubicBezTo>
                  <a:pt x="0" y="138187"/>
                  <a:pt x="9599" y="128588"/>
                  <a:pt x="21431" y="128588"/>
                </a:cubicBezTo>
                <a:lnTo>
                  <a:pt x="64294" y="128588"/>
                </a:lnTo>
                <a:cubicBezTo>
                  <a:pt x="76126" y="128588"/>
                  <a:pt x="85725" y="138187"/>
                  <a:pt x="85725" y="150019"/>
                </a:cubicBezTo>
                <a:lnTo>
                  <a:pt x="85725" y="192881"/>
                </a:lnTo>
                <a:cubicBezTo>
                  <a:pt x="85725" y="204713"/>
                  <a:pt x="76126" y="214313"/>
                  <a:pt x="64294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150019"/>
                </a:lnTo>
                <a:close/>
                <a:moveTo>
                  <a:pt x="142875" y="42863"/>
                </a:moveTo>
                <a:lnTo>
                  <a:pt x="142875" y="71438"/>
                </a:lnTo>
                <a:lnTo>
                  <a:pt x="171450" y="71438"/>
                </a:lnTo>
                <a:lnTo>
                  <a:pt x="171450" y="42863"/>
                </a:lnTo>
                <a:lnTo>
                  <a:pt x="142875" y="42863"/>
                </a:lnTo>
                <a:close/>
                <a:moveTo>
                  <a:pt x="135731" y="14288"/>
                </a:moveTo>
                <a:lnTo>
                  <a:pt x="178594" y="14288"/>
                </a:lnTo>
                <a:cubicBezTo>
                  <a:pt x="190426" y="14288"/>
                  <a:pt x="200025" y="23887"/>
                  <a:pt x="200025" y="35719"/>
                </a:cubicBezTo>
                <a:lnTo>
                  <a:pt x="200025" y="78581"/>
                </a:lnTo>
                <a:cubicBezTo>
                  <a:pt x="200025" y="90413"/>
                  <a:pt x="190426" y="100013"/>
                  <a:pt x="178594" y="100013"/>
                </a:cubicBezTo>
                <a:lnTo>
                  <a:pt x="135731" y="100013"/>
                </a:lnTo>
                <a:cubicBezTo>
                  <a:pt x="123899" y="100013"/>
                  <a:pt x="114300" y="90413"/>
                  <a:pt x="114300" y="78581"/>
                </a:cubicBezTo>
                <a:lnTo>
                  <a:pt x="114300" y="35719"/>
                </a:lnTo>
                <a:cubicBezTo>
                  <a:pt x="114300" y="23887"/>
                  <a:pt x="123899" y="14288"/>
                  <a:pt x="135731" y="14288"/>
                </a:cubicBezTo>
                <a:close/>
                <a:moveTo>
                  <a:pt x="128588" y="157163"/>
                </a:moveTo>
                <a:cubicBezTo>
                  <a:pt x="120702" y="157163"/>
                  <a:pt x="114300" y="150760"/>
                  <a:pt x="114300" y="142875"/>
                </a:cubicBezTo>
                <a:cubicBezTo>
                  <a:pt x="114300" y="134990"/>
                  <a:pt x="120702" y="128588"/>
                  <a:pt x="128588" y="128588"/>
                </a:cubicBezTo>
                <a:cubicBezTo>
                  <a:pt x="136473" y="128588"/>
                  <a:pt x="142875" y="134990"/>
                  <a:pt x="142875" y="142875"/>
                </a:cubicBezTo>
                <a:cubicBezTo>
                  <a:pt x="142875" y="150760"/>
                  <a:pt x="136473" y="157163"/>
                  <a:pt x="128588" y="157163"/>
                </a:cubicBezTo>
                <a:close/>
                <a:moveTo>
                  <a:pt x="128588" y="185738"/>
                </a:moveTo>
                <a:cubicBezTo>
                  <a:pt x="136490" y="185738"/>
                  <a:pt x="142875" y="192122"/>
                  <a:pt x="142875" y="200025"/>
                </a:cubicBezTo>
                <a:cubicBezTo>
                  <a:pt x="142875" y="207928"/>
                  <a:pt x="136490" y="214313"/>
                  <a:pt x="128588" y="214313"/>
                </a:cubicBezTo>
                <a:cubicBezTo>
                  <a:pt x="120685" y="214313"/>
                  <a:pt x="114300" y="207928"/>
                  <a:pt x="114300" y="200025"/>
                </a:cubicBezTo>
                <a:cubicBezTo>
                  <a:pt x="114300" y="192122"/>
                  <a:pt x="120685" y="185738"/>
                  <a:pt x="128588" y="185738"/>
                </a:cubicBezTo>
                <a:close/>
                <a:moveTo>
                  <a:pt x="171450" y="200025"/>
                </a:moveTo>
                <a:cubicBezTo>
                  <a:pt x="171450" y="192122"/>
                  <a:pt x="177835" y="185738"/>
                  <a:pt x="185738" y="185738"/>
                </a:cubicBezTo>
                <a:cubicBezTo>
                  <a:pt x="193640" y="185738"/>
                  <a:pt x="200025" y="192122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cubicBezTo>
                  <a:pt x="177835" y="214313"/>
                  <a:pt x="171450" y="207928"/>
                  <a:pt x="171450" y="200025"/>
                </a:cubicBezTo>
                <a:close/>
                <a:moveTo>
                  <a:pt x="185738" y="157163"/>
                </a:moveTo>
                <a:cubicBezTo>
                  <a:pt x="177852" y="157163"/>
                  <a:pt x="171450" y="150760"/>
                  <a:pt x="171450" y="142875"/>
                </a:cubicBezTo>
                <a:cubicBezTo>
                  <a:pt x="171450" y="134990"/>
                  <a:pt x="177852" y="128588"/>
                  <a:pt x="185738" y="128588"/>
                </a:cubicBezTo>
                <a:cubicBezTo>
                  <a:pt x="193623" y="128588"/>
                  <a:pt x="200025" y="134990"/>
                  <a:pt x="200025" y="142875"/>
                </a:cubicBezTo>
                <a:cubicBezTo>
                  <a:pt x="200025" y="150760"/>
                  <a:pt x="193623" y="157163"/>
                  <a:pt x="185738" y="157163"/>
                </a:cubicBezTo>
                <a:close/>
                <a:moveTo>
                  <a:pt x="171450" y="171450"/>
                </a:move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ubicBezTo>
                  <a:pt x="165048" y="157163"/>
                  <a:pt x="171450" y="163565"/>
                  <a:pt x="171450" y="171450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1" name="Text 8"/>
          <p:cNvSpPr/>
          <p:nvPr/>
        </p:nvSpPr>
        <p:spPr>
          <a:xfrm>
            <a:off x="4031903" y="3525441"/>
            <a:ext cx="65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68912" y="3506391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0900" y="34111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1875" y="35635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5" name="Text 12"/>
          <p:cNvSpPr/>
          <p:nvPr/>
        </p:nvSpPr>
        <p:spPr>
          <a:xfrm>
            <a:off x="6121450" y="3525441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69460" y="3506391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531447" y="34111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A9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683847" y="3563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B8A9"/>
          </a:solidFill>
          <a:ln/>
        </p:spPr>
      </p:sp>
      <p:sp>
        <p:nvSpPr>
          <p:cNvPr id="19" name="Text 16"/>
          <p:cNvSpPr/>
          <p:nvPr/>
        </p:nvSpPr>
        <p:spPr>
          <a:xfrm>
            <a:off x="8121997" y="3525441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85456" y="4330303"/>
            <a:ext cx="4419600" cy="1562100"/>
          </a:xfrm>
          <a:custGeom>
            <a:avLst/>
            <a:gdLst/>
            <a:ahLst/>
            <a:cxnLst/>
            <a:rect l="l" t="t" r="r" b="b"/>
            <a:pathLst>
              <a:path w="4419600" h="1562100">
                <a:moveTo>
                  <a:pt x="152398" y="0"/>
                </a:moveTo>
                <a:lnTo>
                  <a:pt x="4267202" y="0"/>
                </a:lnTo>
                <a:cubicBezTo>
                  <a:pt x="4351369" y="0"/>
                  <a:pt x="4419600" y="68231"/>
                  <a:pt x="4419600" y="152398"/>
                </a:cubicBezTo>
                <a:lnTo>
                  <a:pt x="4419600" y="1409702"/>
                </a:lnTo>
                <a:cubicBezTo>
                  <a:pt x="4419600" y="1493869"/>
                  <a:pt x="4351369" y="1562100"/>
                  <a:pt x="4267202" y="1562100"/>
                </a:cubicBezTo>
                <a:lnTo>
                  <a:pt x="152398" y="1562100"/>
                </a:lnTo>
                <a:cubicBezTo>
                  <a:pt x="68231" y="1562100"/>
                  <a:pt x="0" y="1493869"/>
                  <a:pt x="0" y="14097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B8A9">
              <a:alpha val="10196"/>
            </a:srgbClr>
          </a:solidFill>
          <a:ln w="12700">
            <a:solidFill>
              <a:srgbClr val="00B8A9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47393" y="4639866"/>
            <a:ext cx="389572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storefront becomes an AI interface.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phone numbers. No apps. No downloads.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00B8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scan → talk → transact.</a:t>
            </a:r>
            <a:endParaRPr lang="en-US" sz="1600" dirty="0"/>
          </a:p>
        </p:txBody>
      </p:sp>
      <p:pic>
        <p:nvPicPr>
          <p:cNvPr id="22" name="Image 1" descr="https://kimi-img.moonshot.cn/pub/slides/26-03-08-07:00:48-d6mas81ic4u4snmb7v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782" y="0"/>
            <a:ext cx="1387376" cy="179505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 Voice AI Business Plan</dc:title>
  <dc:subject>Clear Voice AI Business Plan</dc:subject>
  <dc:creator>Kimi</dc:creator>
  <cp:lastModifiedBy>Kimi</cp:lastModifiedBy>
  <cp:revision>1</cp:revision>
  <dcterms:created xsi:type="dcterms:W3CDTF">2026-03-07T23:36:33Z</dcterms:created>
  <dcterms:modified xsi:type="dcterms:W3CDTF">2026-03-07T23:36:33Z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{"Label":"Clear Voice AI Business Plan","ContentProducer":"001191110108MACG2KBH8F10000","ProduceID":"19cca7f1-ff42-86a1-8000-00001db86544","ReservedCode1":"","ContentPropagator":"001191110108MACG2KBH8F20000","PropagateID":"19cca7f1-ff42-86a1-8000-00001db86544","ReservedCode2":""}</vt:lpwstr>
  </property>
</Properties>
</file>